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4"/>
  </p:sldMasterIdLst>
  <p:notesMasterIdLst>
    <p:notesMasterId r:id="rId19"/>
  </p:notesMasterIdLst>
  <p:handoutMasterIdLst>
    <p:handoutMasterId r:id="rId20"/>
  </p:handoutMasterIdLst>
  <p:sldIdLst>
    <p:sldId id="1519" r:id="rId5"/>
    <p:sldId id="1520" r:id="rId6"/>
    <p:sldId id="1522" r:id="rId7"/>
    <p:sldId id="1532" r:id="rId8"/>
    <p:sldId id="1530" r:id="rId9"/>
    <p:sldId id="1534" r:id="rId10"/>
    <p:sldId id="1535" r:id="rId11"/>
    <p:sldId id="1537" r:id="rId12"/>
    <p:sldId id="1543" r:id="rId13"/>
    <p:sldId id="1536" r:id="rId14"/>
    <p:sldId id="1533" r:id="rId15"/>
    <p:sldId id="1538" r:id="rId16"/>
    <p:sldId id="1539" r:id="rId17"/>
    <p:sldId id="154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87E1B0-E156-0FB2-4415-5BE2485A9B8A}" v="3" dt="2026-06-14T16:06:24.492"/>
  </p1510:revLst>
</p1510:revInfo>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M Klein" userId="S::aklein04@syr.edu::4fa4cd79-c903-4dcd-96f5-e07cf1b031c0" providerId="AD" clId="Web-{5B87E1B0-E156-0FB2-4415-5BE2485A9B8A}"/>
    <pc:docChg chg="modSld">
      <pc:chgData name="Anthony M Klein" userId="S::aklein04@syr.edu::4fa4cd79-c903-4dcd-96f5-e07cf1b031c0" providerId="AD" clId="Web-{5B87E1B0-E156-0FB2-4415-5BE2485A9B8A}" dt="2026-06-14T16:06:24.492" v="2" actId="20577"/>
      <pc:docMkLst>
        <pc:docMk/>
      </pc:docMkLst>
      <pc:sldChg chg="modSp">
        <pc:chgData name="Anthony M Klein" userId="S::aklein04@syr.edu::4fa4cd79-c903-4dcd-96f5-e07cf1b031c0" providerId="AD" clId="Web-{5B87E1B0-E156-0FB2-4415-5BE2485A9B8A}" dt="2026-06-14T16:06:24.492" v="2" actId="20577"/>
        <pc:sldMkLst>
          <pc:docMk/>
          <pc:sldMk cId="1581090725" sldId="1535"/>
        </pc:sldMkLst>
        <pc:spChg chg="mod">
          <ac:chgData name="Anthony M Klein" userId="S::aklein04@syr.edu::4fa4cd79-c903-4dcd-96f5-e07cf1b031c0" providerId="AD" clId="Web-{5B87E1B0-E156-0FB2-4415-5BE2485A9B8A}" dt="2026-06-14T16:06:24.492" v="2" actId="20577"/>
          <ac:spMkLst>
            <pc:docMk/>
            <pc:sldMk cId="1581090725" sldId="1535"/>
            <ac:spMk id="7" creationId="{61EF96CC-12D2-AC56-695A-A4CB52F75D33}"/>
          </ac:spMkLst>
        </pc:spChg>
      </pc:sldChg>
    </pc:docChg>
  </pc:docChgLst>
  <pc:docChgLst>
    <pc:chgData name="Anthony M Klein" userId="S::aklein04@syr.edu::4fa4cd79-c903-4dcd-96f5-e07cf1b031c0" providerId="AD" clId="Web-{0B456334-29BF-73D7-5AFA-834035A80D73}"/>
    <pc:docChg chg="modSld">
      <pc:chgData name="Anthony M Klein" userId="S::aklein04@syr.edu::4fa4cd79-c903-4dcd-96f5-e07cf1b031c0" providerId="AD" clId="Web-{0B456334-29BF-73D7-5AFA-834035A80D73}" dt="2025-12-17T00:46:17.959" v="227" actId="20577"/>
      <pc:docMkLst>
        <pc:docMk/>
      </pc:docMkLst>
      <pc:sldChg chg="modSp">
        <pc:chgData name="Anthony M Klein" userId="S::aklein04@syr.edu::4fa4cd79-c903-4dcd-96f5-e07cf1b031c0" providerId="AD" clId="Web-{0B456334-29BF-73D7-5AFA-834035A80D73}" dt="2025-12-17T00:29:21.402" v="226" actId="20577"/>
        <pc:sldMkLst>
          <pc:docMk/>
          <pc:sldMk cId="3399578428" sldId="1519"/>
        </pc:sldMkLst>
        <pc:spChg chg="mod">
          <ac:chgData name="Anthony M Klein" userId="S::aklein04@syr.edu::4fa4cd79-c903-4dcd-96f5-e07cf1b031c0" providerId="AD" clId="Web-{0B456334-29BF-73D7-5AFA-834035A80D73}" dt="2025-12-17T00:29:21.402" v="226" actId="20577"/>
          <ac:spMkLst>
            <pc:docMk/>
            <pc:sldMk cId="3399578428" sldId="1519"/>
            <ac:spMk id="3" creationId="{A7A0F1FF-87FC-80DD-5AB5-4F02641B336E}"/>
          </ac:spMkLst>
        </pc:spChg>
      </pc:sldChg>
      <pc:sldChg chg="modSp">
        <pc:chgData name="Anthony M Klein" userId="S::aklein04@syr.edu::4fa4cd79-c903-4dcd-96f5-e07cf1b031c0" providerId="AD" clId="Web-{0B456334-29BF-73D7-5AFA-834035A80D73}" dt="2025-12-17T00:46:17.959" v="227" actId="20577"/>
        <pc:sldMkLst>
          <pc:docMk/>
          <pc:sldMk cId="393215323" sldId="1532"/>
        </pc:sldMkLst>
        <pc:spChg chg="mod">
          <ac:chgData name="Anthony M Klein" userId="S::aklein04@syr.edu::4fa4cd79-c903-4dcd-96f5-e07cf1b031c0" providerId="AD" clId="Web-{0B456334-29BF-73D7-5AFA-834035A80D73}" dt="2025-12-17T00:46:17.959" v="227" actId="20577"/>
          <ac:spMkLst>
            <pc:docMk/>
            <pc:sldMk cId="393215323" sldId="1532"/>
            <ac:spMk id="5" creationId="{3BD1A1DD-B49B-F8D4-BFBC-39AADFBDF696}"/>
          </ac:spMkLst>
        </pc:spChg>
      </pc:sldChg>
      <pc:sldChg chg="modSp">
        <pc:chgData name="Anthony M Klein" userId="S::aklein04@syr.edu::4fa4cd79-c903-4dcd-96f5-e07cf1b031c0" providerId="AD" clId="Web-{0B456334-29BF-73D7-5AFA-834035A80D73}" dt="2025-12-17T00:15:08.657" v="184" actId="20577"/>
        <pc:sldMkLst>
          <pc:docMk/>
          <pc:sldMk cId="1581090725" sldId="1535"/>
        </pc:sldMkLst>
        <pc:spChg chg="mod">
          <ac:chgData name="Anthony M Klein" userId="S::aklein04@syr.edu::4fa4cd79-c903-4dcd-96f5-e07cf1b031c0" providerId="AD" clId="Web-{0B456334-29BF-73D7-5AFA-834035A80D73}" dt="2025-12-17T00:15:08.657" v="184" actId="20577"/>
          <ac:spMkLst>
            <pc:docMk/>
            <pc:sldMk cId="1581090725" sldId="1535"/>
            <ac:spMk id="7" creationId="{61EF96CC-12D2-AC56-695A-A4CB52F75D33}"/>
          </ac:spMkLst>
        </pc:spChg>
      </pc:sldChg>
      <pc:sldChg chg="modSp">
        <pc:chgData name="Anthony M Klein" userId="S::aklein04@syr.edu::4fa4cd79-c903-4dcd-96f5-e07cf1b031c0" providerId="AD" clId="Web-{0B456334-29BF-73D7-5AFA-834035A80D73}" dt="2025-12-17T00:25:13.852" v="223" actId="1076"/>
        <pc:sldMkLst>
          <pc:docMk/>
          <pc:sldMk cId="2245189501" sldId="1537"/>
        </pc:sldMkLst>
        <pc:spChg chg="mod">
          <ac:chgData name="Anthony M Klein" userId="S::aklein04@syr.edu::4fa4cd79-c903-4dcd-96f5-e07cf1b031c0" providerId="AD" clId="Web-{0B456334-29BF-73D7-5AFA-834035A80D73}" dt="2025-12-17T00:24:41.836" v="219" actId="20577"/>
          <ac:spMkLst>
            <pc:docMk/>
            <pc:sldMk cId="2245189501" sldId="1537"/>
            <ac:spMk id="2" creationId="{2ADFB979-C1EF-9ED4-0658-3FF4A74387F0}"/>
          </ac:spMkLst>
        </pc:spChg>
        <pc:spChg chg="mod">
          <ac:chgData name="Anthony M Klein" userId="S::aklein04@syr.edu::4fa4cd79-c903-4dcd-96f5-e07cf1b031c0" providerId="AD" clId="Web-{0B456334-29BF-73D7-5AFA-834035A80D73}" dt="2025-12-17T00:25:13.852" v="223" actId="1076"/>
          <ac:spMkLst>
            <pc:docMk/>
            <pc:sldMk cId="2245189501" sldId="1537"/>
            <ac:spMk id="6" creationId="{148CD1AD-240F-4C10-8561-7EF1AAD9087B}"/>
          </ac:spMkLst>
        </pc:spChg>
      </pc:sldChg>
      <pc:sldChg chg="modSp">
        <pc:chgData name="Anthony M Klein" userId="S::aklein04@syr.edu::4fa4cd79-c903-4dcd-96f5-e07cf1b031c0" providerId="AD" clId="Web-{0B456334-29BF-73D7-5AFA-834035A80D73}" dt="2025-12-17T00:25:08.368" v="222" actId="1076"/>
        <pc:sldMkLst>
          <pc:docMk/>
          <pc:sldMk cId="4265275593" sldId="1543"/>
        </pc:sldMkLst>
        <pc:spChg chg="mod">
          <ac:chgData name="Anthony M Klein" userId="S::aklein04@syr.edu::4fa4cd79-c903-4dcd-96f5-e07cf1b031c0" providerId="AD" clId="Web-{0B456334-29BF-73D7-5AFA-834035A80D73}" dt="2025-12-17T00:24:57.399" v="221" actId="20577"/>
          <ac:spMkLst>
            <pc:docMk/>
            <pc:sldMk cId="4265275593" sldId="1543"/>
            <ac:spMk id="2" creationId="{C054FD71-E874-83D6-7E52-D1B17C841095}"/>
          </ac:spMkLst>
        </pc:spChg>
        <pc:spChg chg="mod">
          <ac:chgData name="Anthony M Klein" userId="S::aklein04@syr.edu::4fa4cd79-c903-4dcd-96f5-e07cf1b031c0" providerId="AD" clId="Web-{0B456334-29BF-73D7-5AFA-834035A80D73}" dt="2025-12-17T00:25:08.368" v="222" actId="1076"/>
          <ac:spMkLst>
            <pc:docMk/>
            <pc:sldMk cId="4265275593" sldId="1543"/>
            <ac:spMk id="6" creationId="{2C429056-BDFC-9DEB-69F0-9488BB1B40A4}"/>
          </ac:spMkLst>
        </pc:spChg>
      </pc:sldChg>
    </pc:docChg>
  </pc:docChgLst>
  <pc:docChgLst>
    <pc:chgData name="Najah M Bell" userId="S::nbell04@syr.edu::53a62d23-30a2-45f4-b65c-fd45052b15b5" providerId="AD" clId="Web-{B1726C1B-607A-9B54-F267-78BDCD1B6B01}"/>
    <pc:docChg chg="modSld">
      <pc:chgData name="Najah M Bell" userId="S::nbell04@syr.edu::53a62d23-30a2-45f4-b65c-fd45052b15b5" providerId="AD" clId="Web-{B1726C1B-607A-9B54-F267-78BDCD1B6B01}" dt="2025-12-17T00:20:08.531" v="19"/>
      <pc:docMkLst>
        <pc:docMk/>
      </pc:docMkLst>
      <pc:sldChg chg="addSp delSp modSp">
        <pc:chgData name="Najah M Bell" userId="S::nbell04@syr.edu::53a62d23-30a2-45f4-b65c-fd45052b15b5" providerId="AD" clId="Web-{B1726C1B-607A-9B54-F267-78BDCD1B6B01}" dt="2025-12-17T00:20:08.531" v="19"/>
        <pc:sldMkLst>
          <pc:docMk/>
          <pc:sldMk cId="4118039406" sldId="1536"/>
        </pc:sldMkLst>
        <pc:spChg chg="add del">
          <ac:chgData name="Najah M Bell" userId="S::nbell04@syr.edu::53a62d23-30a2-45f4-b65c-fd45052b15b5" providerId="AD" clId="Web-{B1726C1B-607A-9B54-F267-78BDCD1B6B01}" dt="2025-12-17T00:16:17.623" v="6"/>
          <ac:spMkLst>
            <pc:docMk/>
            <pc:sldMk cId="4118039406" sldId="1536"/>
            <ac:spMk id="3" creationId="{0BCB27DF-D544-ADCF-5880-4CAF542F6656}"/>
          </ac:spMkLst>
        </pc:spChg>
        <pc:spChg chg="add del">
          <ac:chgData name="Najah M Bell" userId="S::nbell04@syr.edu::53a62d23-30a2-45f4-b65c-fd45052b15b5" providerId="AD" clId="Web-{B1726C1B-607A-9B54-F267-78BDCD1B6B01}" dt="2025-12-17T00:16:14.935" v="5"/>
          <ac:spMkLst>
            <pc:docMk/>
            <pc:sldMk cId="4118039406" sldId="1536"/>
            <ac:spMk id="6" creationId="{781BA329-BB24-1053-5204-9B97B6F5F8ED}"/>
          </ac:spMkLst>
        </pc:spChg>
        <pc:spChg chg="add del">
          <ac:chgData name="Najah M Bell" userId="S::nbell04@syr.edu::53a62d23-30a2-45f4-b65c-fd45052b15b5" providerId="AD" clId="Web-{B1726C1B-607A-9B54-F267-78BDCD1B6B01}" dt="2025-12-17T00:19:48.703" v="12"/>
          <ac:spMkLst>
            <pc:docMk/>
            <pc:sldMk cId="4118039406" sldId="1536"/>
            <ac:spMk id="9" creationId="{04EF777E-9260-E5A1-2C19-C027A7C75FC8}"/>
          </ac:spMkLst>
        </pc:spChg>
        <pc:spChg chg="add del">
          <ac:chgData name="Najah M Bell" userId="S::nbell04@syr.edu::53a62d23-30a2-45f4-b65c-fd45052b15b5" providerId="AD" clId="Web-{B1726C1B-607A-9B54-F267-78BDCD1B6B01}" dt="2025-12-17T00:20:08.531" v="19"/>
          <ac:spMkLst>
            <pc:docMk/>
            <pc:sldMk cId="4118039406" sldId="1536"/>
            <ac:spMk id="10" creationId="{727AD8C1-02D8-B7A0-12B0-FE85A15F1080}"/>
          </ac:spMkLst>
        </pc:spChg>
        <pc:picChg chg="add del mod ord">
          <ac:chgData name="Najah M Bell" userId="S::nbell04@syr.edu::53a62d23-30a2-45f4-b65c-fd45052b15b5" providerId="AD" clId="Web-{B1726C1B-607A-9B54-F267-78BDCD1B6B01}" dt="2025-12-17T00:15:49.966" v="1"/>
          <ac:picMkLst>
            <pc:docMk/>
            <pc:sldMk cId="4118039406" sldId="1536"/>
            <ac:picMk id="5" creationId="{7E1A4DDA-7107-207C-68B1-891255BA8D08}"/>
          </ac:picMkLst>
        </pc:picChg>
        <pc:picChg chg="add del mod ord">
          <ac:chgData name="Najah M Bell" userId="S::nbell04@syr.edu::53a62d23-30a2-45f4-b65c-fd45052b15b5" providerId="AD" clId="Web-{B1726C1B-607A-9B54-F267-78BDCD1B6B01}" dt="2025-12-17T00:16:13.966" v="4"/>
          <ac:picMkLst>
            <pc:docMk/>
            <pc:sldMk cId="4118039406" sldId="1536"/>
            <ac:picMk id="7" creationId="{B3F0959A-A926-9769-7E25-BC2BA8C3D9F1}"/>
          </ac:picMkLst>
        </pc:picChg>
        <pc:picChg chg="add mod">
          <ac:chgData name="Najah M Bell" userId="S::nbell04@syr.edu::53a62d23-30a2-45f4-b65c-fd45052b15b5" providerId="AD" clId="Web-{B1726C1B-607A-9B54-F267-78BDCD1B6B01}" dt="2025-12-17T00:16:37.451" v="10" actId="1076"/>
          <ac:picMkLst>
            <pc:docMk/>
            <pc:sldMk cId="4118039406" sldId="1536"/>
            <ac:picMk id="8" creationId="{839C6CCD-C18D-2E7C-C6CF-8D5FCF2F0B58}"/>
          </ac:picMkLst>
        </pc:picChg>
        <pc:picChg chg="add mod">
          <ac:chgData name="Najah M Bell" userId="S::nbell04@syr.edu::53a62d23-30a2-45f4-b65c-fd45052b15b5" providerId="AD" clId="Web-{B1726C1B-607A-9B54-F267-78BDCD1B6B01}" dt="2025-12-17T00:20:07.578" v="18" actId="1076"/>
          <ac:picMkLst>
            <pc:docMk/>
            <pc:sldMk cId="4118039406" sldId="1536"/>
            <ac:picMk id="11" creationId="{76007C6E-10B8-1A69-0061-79D603F90C96}"/>
          </ac:picMkLst>
        </pc:picChg>
      </pc:sldChg>
    </pc:docChg>
  </pc:docChgLst>
  <pc:docChgLst>
    <pc:chgData name="Anthony M Klein" userId="S::aklein04@syr.edu::4fa4cd79-c903-4dcd-96f5-e07cf1b031c0" providerId="AD" clId="Web-{64316CB6-EF5F-FCAD-9B78-AF59D4D2A6AD}"/>
    <pc:docChg chg="addSld delSld modSld">
      <pc:chgData name="Anthony M Klein" userId="S::aklein04@syr.edu::4fa4cd79-c903-4dcd-96f5-e07cf1b031c0" providerId="AD" clId="Web-{64316CB6-EF5F-FCAD-9B78-AF59D4D2A6AD}" dt="2025-12-16T23:30:51.080" v="220" actId="20577"/>
      <pc:docMkLst>
        <pc:docMk/>
      </pc:docMkLst>
      <pc:sldChg chg="addSp delSp modSp">
        <pc:chgData name="Anthony M Klein" userId="S::aklein04@syr.edu::4fa4cd79-c903-4dcd-96f5-e07cf1b031c0" providerId="AD" clId="Web-{64316CB6-EF5F-FCAD-9B78-AF59D4D2A6AD}" dt="2025-12-16T23:06:19.675" v="134" actId="14100"/>
        <pc:sldMkLst>
          <pc:docMk/>
          <pc:sldMk cId="1899984205" sldId="1530"/>
        </pc:sldMkLst>
        <pc:spChg chg="del">
          <ac:chgData name="Anthony M Klein" userId="S::aklein04@syr.edu::4fa4cd79-c903-4dcd-96f5-e07cf1b031c0" providerId="AD" clId="Web-{64316CB6-EF5F-FCAD-9B78-AF59D4D2A6AD}" dt="2025-12-16T22:50:24.858" v="19"/>
          <ac:spMkLst>
            <pc:docMk/>
            <pc:sldMk cId="1899984205" sldId="1530"/>
            <ac:spMk id="3" creationId="{6CE2BCC2-6919-32FB-79B5-D9ADA59EF2F5}"/>
          </ac:spMkLst>
        </pc:spChg>
        <pc:spChg chg="add mod">
          <ac:chgData name="Anthony M Klein" userId="S::aklein04@syr.edu::4fa4cd79-c903-4dcd-96f5-e07cf1b031c0" providerId="AD" clId="Web-{64316CB6-EF5F-FCAD-9B78-AF59D4D2A6AD}" dt="2025-12-16T23:00:21.480" v="82" actId="20577"/>
          <ac:spMkLst>
            <pc:docMk/>
            <pc:sldMk cId="1899984205" sldId="1530"/>
            <ac:spMk id="7" creationId="{E94C6EBD-4486-7F2A-9458-FD6254D486DD}"/>
          </ac:spMkLst>
        </pc:spChg>
        <pc:picChg chg="add del mod">
          <ac:chgData name="Anthony M Klein" userId="S::aklein04@syr.edu::4fa4cd79-c903-4dcd-96f5-e07cf1b031c0" providerId="AD" clId="Web-{64316CB6-EF5F-FCAD-9B78-AF59D4D2A6AD}" dt="2025-12-16T23:05:40.470" v="126"/>
          <ac:picMkLst>
            <pc:docMk/>
            <pc:sldMk cId="1899984205" sldId="1530"/>
            <ac:picMk id="5" creationId="{85CFD347-082B-D54A-91FF-EF052D376E2D}"/>
          </ac:picMkLst>
        </pc:picChg>
        <pc:picChg chg="add mod">
          <ac:chgData name="Anthony M Klein" userId="S::aklein04@syr.edu::4fa4cd79-c903-4dcd-96f5-e07cf1b031c0" providerId="AD" clId="Web-{64316CB6-EF5F-FCAD-9B78-AF59D4D2A6AD}" dt="2025-12-16T23:06:19.675" v="134" actId="14100"/>
          <ac:picMkLst>
            <pc:docMk/>
            <pc:sldMk cId="1899984205" sldId="1530"/>
            <ac:picMk id="8" creationId="{29139B80-B2C1-E843-8C83-3E6C4911D012}"/>
          </ac:picMkLst>
        </pc:picChg>
      </pc:sldChg>
      <pc:sldChg chg="addSp delSp modSp">
        <pc:chgData name="Anthony M Klein" userId="S::aklein04@syr.edu::4fa4cd79-c903-4dcd-96f5-e07cf1b031c0" providerId="AD" clId="Web-{64316CB6-EF5F-FCAD-9B78-AF59D4D2A6AD}" dt="2025-12-16T23:05:24.485" v="125" actId="1076"/>
        <pc:sldMkLst>
          <pc:docMk/>
          <pc:sldMk cId="393215323" sldId="1532"/>
        </pc:sldMkLst>
        <pc:spChg chg="add mod">
          <ac:chgData name="Anthony M Klein" userId="S::aklein04@syr.edu::4fa4cd79-c903-4dcd-96f5-e07cf1b031c0" providerId="AD" clId="Web-{64316CB6-EF5F-FCAD-9B78-AF59D4D2A6AD}" dt="2025-12-16T22:50:06.842" v="18" actId="20577"/>
          <ac:spMkLst>
            <pc:docMk/>
            <pc:sldMk cId="393215323" sldId="1532"/>
            <ac:spMk id="5" creationId="{3BD1A1DD-B49B-F8D4-BFBC-39AADFBDF696}"/>
          </ac:spMkLst>
        </pc:spChg>
        <pc:picChg chg="add del mod">
          <ac:chgData name="Anthony M Klein" userId="S::aklein04@syr.edu::4fa4cd79-c903-4dcd-96f5-e07cf1b031c0" providerId="AD" clId="Web-{64316CB6-EF5F-FCAD-9B78-AF59D4D2A6AD}" dt="2025-12-16T23:05:06" v="123"/>
          <ac:picMkLst>
            <pc:docMk/>
            <pc:sldMk cId="393215323" sldId="1532"/>
            <ac:picMk id="3" creationId="{C0BE77CF-E066-713A-9002-1009A970BEB2}"/>
          </ac:picMkLst>
        </pc:picChg>
        <pc:picChg chg="add mod">
          <ac:chgData name="Anthony M Klein" userId="S::aklein04@syr.edu::4fa4cd79-c903-4dcd-96f5-e07cf1b031c0" providerId="AD" clId="Web-{64316CB6-EF5F-FCAD-9B78-AF59D4D2A6AD}" dt="2025-12-16T23:05:24.485" v="125" actId="1076"/>
          <ac:picMkLst>
            <pc:docMk/>
            <pc:sldMk cId="393215323" sldId="1532"/>
            <ac:picMk id="6" creationId="{11407742-05E4-EF02-2515-9C097E5AC69C}"/>
          </ac:picMkLst>
        </pc:picChg>
      </pc:sldChg>
      <pc:sldChg chg="addSp delSp modSp">
        <pc:chgData name="Anthony M Klein" userId="S::aklein04@syr.edu::4fa4cd79-c903-4dcd-96f5-e07cf1b031c0" providerId="AD" clId="Web-{64316CB6-EF5F-FCAD-9B78-AF59D4D2A6AD}" dt="2025-12-16T23:30:51.080" v="220" actId="20577"/>
        <pc:sldMkLst>
          <pc:docMk/>
          <pc:sldMk cId="260544922" sldId="1534"/>
        </pc:sldMkLst>
        <pc:spChg chg="del">
          <ac:chgData name="Anthony M Klein" userId="S::aklein04@syr.edu::4fa4cd79-c903-4dcd-96f5-e07cf1b031c0" providerId="AD" clId="Web-{64316CB6-EF5F-FCAD-9B78-AF59D4D2A6AD}" dt="2025-12-16T23:00:39.967" v="83"/>
          <ac:spMkLst>
            <pc:docMk/>
            <pc:sldMk cId="260544922" sldId="1534"/>
            <ac:spMk id="3" creationId="{82C6C779-CEAF-57E5-B478-1AF9FC40F066}"/>
          </ac:spMkLst>
        </pc:spChg>
        <pc:spChg chg="add mod">
          <ac:chgData name="Anthony M Klein" userId="S::aklein04@syr.edu::4fa4cd79-c903-4dcd-96f5-e07cf1b031c0" providerId="AD" clId="Web-{64316CB6-EF5F-FCAD-9B78-AF59D4D2A6AD}" dt="2025-12-16T23:30:51.080" v="220" actId="20577"/>
          <ac:spMkLst>
            <pc:docMk/>
            <pc:sldMk cId="260544922" sldId="1534"/>
            <ac:spMk id="7" creationId="{3F4F72DA-285A-AAB9-2BAA-9030C2E44465}"/>
          </ac:spMkLst>
        </pc:spChg>
        <pc:picChg chg="add del mod">
          <ac:chgData name="Anthony M Klein" userId="S::aklein04@syr.edu::4fa4cd79-c903-4dcd-96f5-e07cf1b031c0" providerId="AD" clId="Web-{64316CB6-EF5F-FCAD-9B78-AF59D4D2A6AD}" dt="2025-12-16T23:03:44.856" v="113"/>
          <ac:picMkLst>
            <pc:docMk/>
            <pc:sldMk cId="260544922" sldId="1534"/>
            <ac:picMk id="5" creationId="{6F3742EE-211A-85FA-57AF-BF92F3AD1EBF}"/>
          </ac:picMkLst>
        </pc:picChg>
        <pc:picChg chg="add mod">
          <ac:chgData name="Anthony M Klein" userId="S::aklein04@syr.edu::4fa4cd79-c903-4dcd-96f5-e07cf1b031c0" providerId="AD" clId="Web-{64316CB6-EF5F-FCAD-9B78-AF59D4D2A6AD}" dt="2025-12-16T23:15:59.544" v="180" actId="14100"/>
          <ac:picMkLst>
            <pc:docMk/>
            <pc:sldMk cId="260544922" sldId="1534"/>
            <ac:picMk id="8" creationId="{536FED8A-EE4C-08C9-50C9-4DEBEA6A6838}"/>
          </ac:picMkLst>
        </pc:picChg>
        <pc:picChg chg="add mod">
          <ac:chgData name="Anthony M Klein" userId="S::aklein04@syr.edu::4fa4cd79-c903-4dcd-96f5-e07cf1b031c0" providerId="AD" clId="Web-{64316CB6-EF5F-FCAD-9B78-AF59D4D2A6AD}" dt="2025-12-16T23:15:57.123" v="179" actId="14100"/>
          <ac:picMkLst>
            <pc:docMk/>
            <pc:sldMk cId="260544922" sldId="1534"/>
            <ac:picMk id="9" creationId="{C7C1226E-B529-B1D3-E47B-21E4CF67DF62}"/>
          </ac:picMkLst>
        </pc:picChg>
      </pc:sldChg>
      <pc:sldChg chg="addSp delSp modSp">
        <pc:chgData name="Anthony M Klein" userId="S::aklein04@syr.edu::4fa4cd79-c903-4dcd-96f5-e07cf1b031c0" providerId="AD" clId="Web-{64316CB6-EF5F-FCAD-9B78-AF59D4D2A6AD}" dt="2025-12-16T23:23:06.039" v="206" actId="20577"/>
        <pc:sldMkLst>
          <pc:docMk/>
          <pc:sldMk cId="1581090725" sldId="1535"/>
        </pc:sldMkLst>
        <pc:spChg chg="del">
          <ac:chgData name="Anthony M Klein" userId="S::aklein04@syr.edu::4fa4cd79-c903-4dcd-96f5-e07cf1b031c0" providerId="AD" clId="Web-{64316CB6-EF5F-FCAD-9B78-AF59D4D2A6AD}" dt="2025-12-16T23:06:43.457" v="135"/>
          <ac:spMkLst>
            <pc:docMk/>
            <pc:sldMk cId="1581090725" sldId="1535"/>
            <ac:spMk id="3" creationId="{305E9537-CD93-D7A0-BBA9-53342C319A4A}"/>
          </ac:spMkLst>
        </pc:spChg>
        <pc:spChg chg="add mod">
          <ac:chgData name="Anthony M Klein" userId="S::aklein04@syr.edu::4fa4cd79-c903-4dcd-96f5-e07cf1b031c0" providerId="AD" clId="Web-{64316CB6-EF5F-FCAD-9B78-AF59D4D2A6AD}" dt="2025-12-16T23:23:06.039" v="206" actId="20577"/>
          <ac:spMkLst>
            <pc:docMk/>
            <pc:sldMk cId="1581090725" sldId="1535"/>
            <ac:spMk id="7" creationId="{61EF96CC-12D2-AC56-695A-A4CB52F75D33}"/>
          </ac:spMkLst>
        </pc:spChg>
        <pc:picChg chg="add mod">
          <ac:chgData name="Anthony M Klein" userId="S::aklein04@syr.edu::4fa4cd79-c903-4dcd-96f5-e07cf1b031c0" providerId="AD" clId="Web-{64316CB6-EF5F-FCAD-9B78-AF59D4D2A6AD}" dt="2025-12-16T23:15:47.826" v="177" actId="14100"/>
          <ac:picMkLst>
            <pc:docMk/>
            <pc:sldMk cId="1581090725" sldId="1535"/>
            <ac:picMk id="5" creationId="{81F47F86-9EE2-FF35-4B84-6E71DBE4DFCB}"/>
          </ac:picMkLst>
        </pc:picChg>
      </pc:sldChg>
      <pc:sldChg chg="addSp delSp modSp">
        <pc:chgData name="Anthony M Klein" userId="S::aklein04@syr.edu::4fa4cd79-c903-4dcd-96f5-e07cf1b031c0" providerId="AD" clId="Web-{64316CB6-EF5F-FCAD-9B78-AF59D4D2A6AD}" dt="2025-12-16T23:20:32.704" v="195" actId="20577"/>
        <pc:sldMkLst>
          <pc:docMk/>
          <pc:sldMk cId="2245189501" sldId="1537"/>
        </pc:sldMkLst>
        <pc:spChg chg="del">
          <ac:chgData name="Anthony M Klein" userId="S::aklein04@syr.edu::4fa4cd79-c903-4dcd-96f5-e07cf1b031c0" providerId="AD" clId="Web-{64316CB6-EF5F-FCAD-9B78-AF59D4D2A6AD}" dt="2025-12-16T23:10:52.322" v="145"/>
          <ac:spMkLst>
            <pc:docMk/>
            <pc:sldMk cId="2245189501" sldId="1537"/>
            <ac:spMk id="3" creationId="{A0B7AAFB-156A-0A58-EA42-2F45C3753123}"/>
          </ac:spMkLst>
        </pc:spChg>
        <pc:spChg chg="add mod">
          <ac:chgData name="Anthony M Klein" userId="S::aklein04@syr.edu::4fa4cd79-c903-4dcd-96f5-e07cf1b031c0" providerId="AD" clId="Web-{64316CB6-EF5F-FCAD-9B78-AF59D4D2A6AD}" dt="2025-12-16T23:20:32.704" v="195" actId="20577"/>
          <ac:spMkLst>
            <pc:docMk/>
            <pc:sldMk cId="2245189501" sldId="1537"/>
            <ac:spMk id="6" creationId="{148CD1AD-240F-4C10-8561-7EF1AAD9087B}"/>
          </ac:spMkLst>
        </pc:spChg>
        <pc:picChg chg="add mod">
          <ac:chgData name="Anthony M Klein" userId="S::aklein04@syr.edu::4fa4cd79-c903-4dcd-96f5-e07cf1b031c0" providerId="AD" clId="Web-{64316CB6-EF5F-FCAD-9B78-AF59D4D2A6AD}" dt="2025-12-16T23:15:33.607" v="175" actId="1076"/>
          <ac:picMkLst>
            <pc:docMk/>
            <pc:sldMk cId="2245189501" sldId="1537"/>
            <ac:picMk id="4" creationId="{FC59FDF7-6B7E-1AEE-C23E-3C1A8044FB7F}"/>
          </ac:picMkLst>
        </pc:picChg>
      </pc:sldChg>
      <pc:sldChg chg="new del">
        <pc:chgData name="Anthony M Klein" userId="S::aklein04@syr.edu::4fa4cd79-c903-4dcd-96f5-e07cf1b031c0" providerId="AD" clId="Web-{64316CB6-EF5F-FCAD-9B78-AF59D4D2A6AD}" dt="2025-12-16T23:12:07.214" v="155"/>
        <pc:sldMkLst>
          <pc:docMk/>
          <pc:sldMk cId="3209515349" sldId="1541"/>
        </pc:sldMkLst>
      </pc:sldChg>
      <pc:sldChg chg="add del replId">
        <pc:chgData name="Anthony M Klein" userId="S::aklein04@syr.edu::4fa4cd79-c903-4dcd-96f5-e07cf1b031c0" providerId="AD" clId="Web-{64316CB6-EF5F-FCAD-9B78-AF59D4D2A6AD}" dt="2025-12-16T23:12:09.761" v="156"/>
        <pc:sldMkLst>
          <pc:docMk/>
          <pc:sldMk cId="1496391739" sldId="1542"/>
        </pc:sldMkLst>
      </pc:sldChg>
      <pc:sldChg chg="addSp delSp modSp add replId">
        <pc:chgData name="Anthony M Klein" userId="S::aklein04@syr.edu::4fa4cd79-c903-4dcd-96f5-e07cf1b031c0" providerId="AD" clId="Web-{64316CB6-EF5F-FCAD-9B78-AF59D4D2A6AD}" dt="2025-12-16T23:24:46.448" v="213" actId="20577"/>
        <pc:sldMkLst>
          <pc:docMk/>
          <pc:sldMk cId="4265275593" sldId="1543"/>
        </pc:sldMkLst>
        <pc:spChg chg="mod">
          <ac:chgData name="Anthony M Klein" userId="S::aklein04@syr.edu::4fa4cd79-c903-4dcd-96f5-e07cf1b031c0" providerId="AD" clId="Web-{64316CB6-EF5F-FCAD-9B78-AF59D4D2A6AD}" dt="2025-12-16T23:24:46.448" v="213" actId="20577"/>
          <ac:spMkLst>
            <pc:docMk/>
            <pc:sldMk cId="4265275593" sldId="1543"/>
            <ac:spMk id="6" creationId="{2C429056-BDFC-9DEB-69F0-9488BB1B40A4}"/>
          </ac:spMkLst>
        </pc:spChg>
        <pc:picChg chg="add del mod">
          <ac:chgData name="Anthony M Klein" userId="S::aklein04@syr.edu::4fa4cd79-c903-4dcd-96f5-e07cf1b031c0" providerId="AD" clId="Web-{64316CB6-EF5F-FCAD-9B78-AF59D4D2A6AD}" dt="2025-12-16T23:14:51.044" v="166"/>
          <ac:picMkLst>
            <pc:docMk/>
            <pc:sldMk cId="4265275593" sldId="1543"/>
            <ac:picMk id="3" creationId="{35ACFCCA-9BF7-F277-500C-5F3CABBB6F22}"/>
          </ac:picMkLst>
        </pc:picChg>
        <pc:picChg chg="del">
          <ac:chgData name="Anthony M Klein" userId="S::aklein04@syr.edu::4fa4cd79-c903-4dcd-96f5-e07cf1b031c0" providerId="AD" clId="Web-{64316CB6-EF5F-FCAD-9B78-AF59D4D2A6AD}" dt="2025-12-16T23:13:08.355" v="159"/>
          <ac:picMkLst>
            <pc:docMk/>
            <pc:sldMk cId="4265275593" sldId="1543"/>
            <ac:picMk id="4" creationId="{C009A794-FF9C-8790-A50F-632A8162C9D7}"/>
          </ac:picMkLst>
        </pc:picChg>
        <pc:picChg chg="add mod">
          <ac:chgData name="Anthony M Klein" userId="S::aklein04@syr.edu::4fa4cd79-c903-4dcd-96f5-e07cf1b031c0" providerId="AD" clId="Web-{64316CB6-EF5F-FCAD-9B78-AF59D4D2A6AD}" dt="2025-12-16T23:15:41.576" v="176" actId="14100"/>
          <ac:picMkLst>
            <pc:docMk/>
            <pc:sldMk cId="4265275593" sldId="1543"/>
            <ac:picMk id="5" creationId="{57AC224E-1BC2-5441-867E-9A58A1D00AC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6/14/2026</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6/14/2026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133810"/>
            <a:ext cx="11460480" cy="786384"/>
          </a:xfrm>
        </p:spPr>
        <p:txBody>
          <a:bodyPr anchor="b">
            <a:normAutofit/>
          </a:bodyPr>
          <a:lstStyle>
            <a:lvl1pPr algn="l">
              <a:defRPr sz="5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5888407"/>
            <a:ext cx="11460480" cy="48037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bg1"/>
                </a:solidFill>
              </a:defRPr>
            </a:lvl1pPr>
          </a:lstStyle>
          <a:p>
            <a:fld id="{CC057153-B650-4DEB-B370-79DDCFDCE934}" type="slidenum">
              <a:rPr lang="en-US" smtClean="0"/>
              <a:pPr/>
              <a:t>‹#›</a:t>
            </a:fld>
            <a:endParaRPr lang="en-US"/>
          </a:p>
        </p:txBody>
      </p:sp>
      <p:sp>
        <p:nvSpPr>
          <p:cNvPr id="12" name="Picture Placeholder 11">
            <a:extLst>
              <a:ext uri="{FF2B5EF4-FFF2-40B4-BE49-F238E27FC236}">
                <a16:creationId xmlns:a16="http://schemas.microsoft.com/office/drawing/2014/main" id="{E33E2CF8-F9ED-49BB-7C96-2E9AAC056736}"/>
              </a:ext>
            </a:extLst>
          </p:cNvPr>
          <p:cNvSpPr>
            <a:spLocks noGrp="1"/>
          </p:cNvSpPr>
          <p:nvPr>
            <p:ph type="pic" sz="quarter" idx="13"/>
          </p:nvPr>
        </p:nvSpPr>
        <p:spPr>
          <a:xfrm>
            <a:off x="838450" y="586298"/>
            <a:ext cx="11353549" cy="4222152"/>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bg1"/>
                </a:solidFill>
              </a:defRPr>
            </a:lvl1pPr>
          </a:lstStyle>
          <a:p>
            <a:r>
              <a:rPr lang="en-US"/>
              <a:t>Sample Footer Text</a:t>
            </a:r>
          </a:p>
        </p:txBody>
      </p:sp>
    </p:spTree>
    <p:extLst>
      <p:ext uri="{BB962C8B-B14F-4D97-AF65-F5344CB8AC3E}">
        <p14:creationId xmlns:p14="http://schemas.microsoft.com/office/powerpoint/2010/main" val="35548879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10653578" cy="1132258"/>
          </a:xfrm>
        </p:spPr>
        <p:txBody>
          <a:bodyPr anchor="b" anchorCtr="0"/>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40" y="1715532"/>
            <a:ext cx="10653579" cy="4593828"/>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2838433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90624" y="5319551"/>
            <a:ext cx="9916932" cy="786384"/>
          </a:xfrm>
        </p:spPr>
        <p:txBody>
          <a:bodyPr anchor="b">
            <a:normAutofit/>
          </a:bodyPr>
          <a:lstStyle>
            <a:lvl1pPr algn="r">
              <a:defRPr sz="5000">
                <a:solidFill>
                  <a:schemeClr val="accent1"/>
                </a:solidFill>
              </a:defRPr>
            </a:lvl1pPr>
          </a:lstStyle>
          <a:p>
            <a:r>
              <a:rPr lang="en-US"/>
              <a:t>Click to edit Master title style</a:t>
            </a:r>
          </a:p>
        </p:txBody>
      </p:sp>
      <p:sp>
        <p:nvSpPr>
          <p:cNvPr id="13" name="Picture Placeholder 12">
            <a:extLst>
              <a:ext uri="{FF2B5EF4-FFF2-40B4-BE49-F238E27FC236}">
                <a16:creationId xmlns:a16="http://schemas.microsoft.com/office/drawing/2014/main" id="{4C64AFBD-23FD-6C5F-2B5B-EFF6936E4190}"/>
              </a:ext>
            </a:extLst>
          </p:cNvPr>
          <p:cNvSpPr>
            <a:spLocks noGrp="1"/>
          </p:cNvSpPr>
          <p:nvPr>
            <p:ph type="pic" sz="quarter" idx="16"/>
          </p:nvPr>
        </p:nvSpPr>
        <p:spPr>
          <a:xfrm>
            <a:off x="0" y="599361"/>
            <a:ext cx="11001375" cy="4114800"/>
          </a:xfrm>
          <a:custGeom>
            <a:avLst/>
            <a:gdLst>
              <a:gd name="connsiteX0" fmla="*/ 0 w 11001375"/>
              <a:gd name="connsiteY0" fmla="*/ 0 h 4114800"/>
              <a:gd name="connsiteX1" fmla="*/ 7194001 w 11001375"/>
              <a:gd name="connsiteY1" fmla="*/ 0 h 4114800"/>
              <a:gd name="connsiteX2" fmla="*/ 7733211 w 11001375"/>
              <a:gd name="connsiteY2" fmla="*/ 0 h 4114800"/>
              <a:gd name="connsiteX3" fmla="*/ 10593937 w 11001375"/>
              <a:gd name="connsiteY3" fmla="*/ 0 h 4114800"/>
              <a:gd name="connsiteX4" fmla="*/ 11001375 w 11001375"/>
              <a:gd name="connsiteY4" fmla="*/ 407438 h 4114800"/>
              <a:gd name="connsiteX5" fmla="*/ 11001375 w 11001375"/>
              <a:gd name="connsiteY5" fmla="*/ 3706852 h 4114800"/>
              <a:gd name="connsiteX6" fmla="*/ 10593937 w 11001375"/>
              <a:gd name="connsiteY6" fmla="*/ 4114290 h 4114800"/>
              <a:gd name="connsiteX7" fmla="*/ 7733211 w 11001375"/>
              <a:gd name="connsiteY7" fmla="*/ 4114290 h 4114800"/>
              <a:gd name="connsiteX8" fmla="*/ 7733211 w 11001375"/>
              <a:gd name="connsiteY8" fmla="*/ 4114800 h 4114800"/>
              <a:gd name="connsiteX9" fmla="*/ 0 w 11001375"/>
              <a:gd name="connsiteY9" fmla="*/ 411480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1375" h="4114800">
                <a:moveTo>
                  <a:pt x="0" y="0"/>
                </a:moveTo>
                <a:lnTo>
                  <a:pt x="7194001" y="0"/>
                </a:lnTo>
                <a:lnTo>
                  <a:pt x="7733211" y="0"/>
                </a:lnTo>
                <a:lnTo>
                  <a:pt x="10593937" y="0"/>
                </a:lnTo>
                <a:cubicBezTo>
                  <a:pt x="10818959" y="0"/>
                  <a:pt x="11001375" y="182416"/>
                  <a:pt x="11001375" y="407438"/>
                </a:cubicBezTo>
                <a:lnTo>
                  <a:pt x="11001375" y="3706852"/>
                </a:lnTo>
                <a:cubicBezTo>
                  <a:pt x="11001375" y="3931874"/>
                  <a:pt x="10818959" y="4114290"/>
                  <a:pt x="10593937" y="4114290"/>
                </a:cubicBezTo>
                <a:lnTo>
                  <a:pt x="7733211" y="4114290"/>
                </a:lnTo>
                <a:lnTo>
                  <a:pt x="7733211" y="4114800"/>
                </a:lnTo>
                <a:lnTo>
                  <a:pt x="0" y="4114800"/>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accent1"/>
                </a:solidFill>
              </a:defRPr>
            </a:lvl1p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accent1"/>
                </a:solidFill>
              </a:defRPr>
            </a:lvl1pPr>
          </a:lstStyle>
          <a:p>
            <a:r>
              <a:rPr lang="en-US"/>
              <a:t>Sample Footer Text</a:t>
            </a:r>
          </a:p>
        </p:txBody>
      </p:sp>
    </p:spTree>
    <p:extLst>
      <p:ext uri="{BB962C8B-B14F-4D97-AF65-F5344CB8AC3E}">
        <p14:creationId xmlns:p14="http://schemas.microsoft.com/office/powerpoint/2010/main" val="14453648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1826" y="4957555"/>
            <a:ext cx="6858000" cy="1737360"/>
          </a:xfrm>
        </p:spPr>
        <p:txBody>
          <a:bodyPr anchor="t" anchorCtr="0">
            <a:noAutofit/>
          </a:bodyPr>
          <a:lstStyle>
            <a:lvl1pPr algn="l">
              <a:defRPr sz="5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60328" y="4957555"/>
            <a:ext cx="3496092" cy="1322653"/>
          </a:xfrm>
        </p:spPr>
        <p:txBody>
          <a:bodyPr anchor="b" anchorCtr="0">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11">
            <a:extLst>
              <a:ext uri="{FF2B5EF4-FFF2-40B4-BE49-F238E27FC236}">
                <a16:creationId xmlns:a16="http://schemas.microsoft.com/office/drawing/2014/main" id="{E33E2CF8-F9ED-49BB-7C96-2E9AAC056736}"/>
              </a:ext>
            </a:extLst>
          </p:cNvPr>
          <p:cNvSpPr>
            <a:spLocks noGrp="1" noChangeAspect="1"/>
          </p:cNvSpPr>
          <p:nvPr>
            <p:ph type="pic" sz="quarter" idx="13"/>
          </p:nvPr>
        </p:nvSpPr>
        <p:spPr>
          <a:xfrm>
            <a:off x="1230139" y="629340"/>
            <a:ext cx="10976149" cy="4081805"/>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5" name="Slide Number Placeholder 4">
            <a:extLst>
              <a:ext uri="{FF2B5EF4-FFF2-40B4-BE49-F238E27FC236}">
                <a16:creationId xmlns:a16="http://schemas.microsoft.com/office/drawing/2014/main" id="{ACA644EE-5664-C5E5-F2EA-78570A0BEBC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Tree>
    <p:extLst>
      <p:ext uri="{BB962C8B-B14F-4D97-AF65-F5344CB8AC3E}">
        <p14:creationId xmlns:p14="http://schemas.microsoft.com/office/powerpoint/2010/main" val="35780564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2A4B7A6E-A3B8-3D87-4AFC-BB6613DA998E}"/>
              </a:ext>
            </a:extLst>
          </p:cNvPr>
          <p:cNvSpPr>
            <a:spLocks noGrp="1"/>
          </p:cNvSpPr>
          <p:nvPr>
            <p:ph type="pic" sz="quarter" idx="13"/>
          </p:nvPr>
        </p:nvSpPr>
        <p:spPr>
          <a:xfrm>
            <a:off x="0" y="442815"/>
            <a:ext cx="6584942" cy="5972373"/>
          </a:xfrm>
          <a:custGeom>
            <a:avLst/>
            <a:gdLst>
              <a:gd name="connsiteX0" fmla="*/ 0 w 6584942"/>
              <a:gd name="connsiteY0" fmla="*/ 0 h 5972373"/>
              <a:gd name="connsiteX1" fmla="*/ 1717192 w 6584942"/>
              <a:gd name="connsiteY1" fmla="*/ 0 h 5972373"/>
              <a:gd name="connsiteX2" fmla="*/ 3939301 w 6584942"/>
              <a:gd name="connsiteY2" fmla="*/ 0 h 5972373"/>
              <a:gd name="connsiteX3" fmla="*/ 6193330 w 6584942"/>
              <a:gd name="connsiteY3" fmla="*/ 0 h 5972373"/>
              <a:gd name="connsiteX4" fmla="*/ 6584942 w 6584942"/>
              <a:gd name="connsiteY4" fmla="*/ 391612 h 5972373"/>
              <a:gd name="connsiteX5" fmla="*/ 6584942 w 6584942"/>
              <a:gd name="connsiteY5" fmla="*/ 5574602 h 5972373"/>
              <a:gd name="connsiteX6" fmla="*/ 6193330 w 6584942"/>
              <a:gd name="connsiteY6" fmla="*/ 5966214 h 5972373"/>
              <a:gd name="connsiteX7" fmla="*/ 3939301 w 6584942"/>
              <a:gd name="connsiteY7" fmla="*/ 5966214 h 5972373"/>
              <a:gd name="connsiteX8" fmla="*/ 3939301 w 6584942"/>
              <a:gd name="connsiteY8" fmla="*/ 5972373 h 5972373"/>
              <a:gd name="connsiteX9" fmla="*/ 0 w 6584942"/>
              <a:gd name="connsiteY9" fmla="*/ 5972373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84942" h="5972373">
                <a:moveTo>
                  <a:pt x="0" y="0"/>
                </a:moveTo>
                <a:lnTo>
                  <a:pt x="1717192" y="0"/>
                </a:lnTo>
                <a:lnTo>
                  <a:pt x="3939301" y="0"/>
                </a:lnTo>
                <a:lnTo>
                  <a:pt x="6193330" y="0"/>
                </a:lnTo>
                <a:cubicBezTo>
                  <a:pt x="6409612" y="0"/>
                  <a:pt x="6584942" y="175331"/>
                  <a:pt x="6584942" y="391612"/>
                </a:cubicBezTo>
                <a:lnTo>
                  <a:pt x="6584942" y="5574602"/>
                </a:lnTo>
                <a:cubicBezTo>
                  <a:pt x="6584942" y="5790883"/>
                  <a:pt x="6409612" y="5966214"/>
                  <a:pt x="6193330" y="5966214"/>
                </a:cubicBezTo>
                <a:lnTo>
                  <a:pt x="3939301" y="5966214"/>
                </a:lnTo>
                <a:lnTo>
                  <a:pt x="3939301" y="5972373"/>
                </a:lnTo>
                <a:lnTo>
                  <a:pt x="0" y="5972373"/>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39509487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411480"/>
            <a:ext cx="4654296" cy="3739896"/>
          </a:xfrm>
        </p:spPr>
        <p:txBody>
          <a:bodyPr anchor="t">
            <a:normAutofit/>
          </a:bodyPr>
          <a:lstStyle>
            <a:lvl1pPr algn="l">
              <a:defRPr sz="5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Slide Number Placeholder 4">
            <a:extLst>
              <a:ext uri="{FF2B5EF4-FFF2-40B4-BE49-F238E27FC236}">
                <a16:creationId xmlns:a16="http://schemas.microsoft.com/office/drawing/2014/main" id="{42CECE93-F2F0-9BF0-BC06-17F4FCB720A2}"/>
              </a:ext>
            </a:extLst>
          </p:cNvPr>
          <p:cNvSpPr>
            <a:spLocks noGrp="1"/>
          </p:cNvSpPr>
          <p:nvPr>
            <p:ph type="sldNum" sz="quarter" idx="15"/>
          </p:nvPr>
        </p:nvSpPr>
        <p:spPr>
          <a:xfrm>
            <a:off x="4997845" y="137965"/>
            <a:ext cx="429207" cy="365125"/>
          </a:xfrm>
        </p:spPr>
        <p:txBody>
          <a:body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B939B692-E2F6-F6FD-1494-9FB37EAB322F}"/>
              </a:ext>
            </a:extLst>
          </p:cNvPr>
          <p:cNvSpPr>
            <a:spLocks noGrp="1"/>
          </p:cNvSpPr>
          <p:nvPr>
            <p:ph type="ftr" sz="quarter" idx="14"/>
          </p:nvPr>
        </p:nvSpPr>
        <p:spPr>
          <a:xfrm>
            <a:off x="2621647" y="6368780"/>
            <a:ext cx="2805405" cy="365125"/>
          </a:xfrm>
        </p:spPr>
        <p:txBody>
          <a:bodyPr/>
          <a:lstStyle/>
          <a:p>
            <a:r>
              <a:rPr lang="en-US"/>
              <a:t>Sample Footer Text</a:t>
            </a:r>
          </a:p>
        </p:txBody>
      </p:sp>
      <p:sp>
        <p:nvSpPr>
          <p:cNvPr id="6" name="Picture Placeholder 5">
            <a:extLst>
              <a:ext uri="{FF2B5EF4-FFF2-40B4-BE49-F238E27FC236}">
                <a16:creationId xmlns:a16="http://schemas.microsoft.com/office/drawing/2014/main" id="{4AC0B933-AE26-DF32-E480-926E7D262A00}"/>
              </a:ext>
            </a:extLst>
          </p:cNvPr>
          <p:cNvSpPr>
            <a:spLocks noGrp="1"/>
          </p:cNvSpPr>
          <p:nvPr>
            <p:ph type="pic" sz="quarter" idx="13"/>
          </p:nvPr>
        </p:nvSpPr>
        <p:spPr>
          <a:xfrm>
            <a:off x="5607052" y="442815"/>
            <a:ext cx="6584949" cy="5972373"/>
          </a:xfrm>
          <a:custGeom>
            <a:avLst/>
            <a:gdLst>
              <a:gd name="connsiteX0" fmla="*/ 391612 w 6584949"/>
              <a:gd name="connsiteY0" fmla="*/ 0 h 5972373"/>
              <a:gd name="connsiteX1" fmla="*/ 2645641 w 6584949"/>
              <a:gd name="connsiteY1" fmla="*/ 0 h 5972373"/>
              <a:gd name="connsiteX2" fmla="*/ 4867750 w 6584949"/>
              <a:gd name="connsiteY2" fmla="*/ 0 h 5972373"/>
              <a:gd name="connsiteX3" fmla="*/ 6584949 w 6584949"/>
              <a:gd name="connsiteY3" fmla="*/ 0 h 5972373"/>
              <a:gd name="connsiteX4" fmla="*/ 6584949 w 6584949"/>
              <a:gd name="connsiteY4" fmla="*/ 5972373 h 5972373"/>
              <a:gd name="connsiteX5" fmla="*/ 2645641 w 6584949"/>
              <a:gd name="connsiteY5" fmla="*/ 5972373 h 5972373"/>
              <a:gd name="connsiteX6" fmla="*/ 2645641 w 6584949"/>
              <a:gd name="connsiteY6" fmla="*/ 5966214 h 5972373"/>
              <a:gd name="connsiteX7" fmla="*/ 391612 w 6584949"/>
              <a:gd name="connsiteY7" fmla="*/ 5966214 h 5972373"/>
              <a:gd name="connsiteX8" fmla="*/ 0 w 6584949"/>
              <a:gd name="connsiteY8" fmla="*/ 5574602 h 5972373"/>
              <a:gd name="connsiteX9" fmla="*/ 0 w 6584949"/>
              <a:gd name="connsiteY9" fmla="*/ 391612 h 5972373"/>
              <a:gd name="connsiteX10" fmla="*/ 391612 w 6584949"/>
              <a:gd name="connsiteY10" fmla="*/ 0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84949" h="5972373">
                <a:moveTo>
                  <a:pt x="391612" y="0"/>
                </a:moveTo>
                <a:lnTo>
                  <a:pt x="2645641" y="0"/>
                </a:lnTo>
                <a:lnTo>
                  <a:pt x="4867750" y="0"/>
                </a:lnTo>
                <a:lnTo>
                  <a:pt x="6584949" y="0"/>
                </a:lnTo>
                <a:lnTo>
                  <a:pt x="6584949" y="5972373"/>
                </a:lnTo>
                <a:lnTo>
                  <a:pt x="2645641" y="5972373"/>
                </a:lnTo>
                <a:lnTo>
                  <a:pt x="2645641" y="5966214"/>
                </a:lnTo>
                <a:lnTo>
                  <a:pt x="391612" y="5966214"/>
                </a:lnTo>
                <a:cubicBezTo>
                  <a:pt x="175331" y="5966214"/>
                  <a:pt x="0" y="5790883"/>
                  <a:pt x="0" y="5574602"/>
                </a:cubicBezTo>
                <a:lnTo>
                  <a:pt x="0" y="391612"/>
                </a:lnTo>
                <a:cubicBezTo>
                  <a:pt x="0" y="175331"/>
                  <a:pt x="175331" y="0"/>
                  <a:pt x="391612" y="0"/>
                </a:cubicBez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Tree>
    <p:extLst>
      <p:ext uri="{BB962C8B-B14F-4D97-AF65-F5344CB8AC3E}">
        <p14:creationId xmlns:p14="http://schemas.microsoft.com/office/powerpoint/2010/main" val="18998005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548642"/>
            <a:ext cx="7478991" cy="3635797"/>
          </a:xfrm>
        </p:spPr>
        <p:txBody>
          <a:bodyPr anchor="t">
            <a:normAutofit/>
          </a:bodyPr>
          <a:lstStyle>
            <a:lvl1pPr algn="l">
              <a:defRPr sz="7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473553"/>
            <a:ext cx="6655522" cy="1545336"/>
          </a:xfrm>
        </p:spPr>
        <p:txBody>
          <a:bodyPr anchor="b">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Tree>
    <p:extLst>
      <p:ext uri="{BB962C8B-B14F-4D97-AF65-F5344CB8AC3E}">
        <p14:creationId xmlns:p14="http://schemas.microsoft.com/office/powerpoint/2010/main" val="39298177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854239"/>
            <a:ext cx="7876287" cy="3592629"/>
          </a:xfrm>
        </p:spPr>
        <p:txBody>
          <a:bodyPr anchor="b">
            <a:normAutofit/>
          </a:bodyPr>
          <a:lstStyle>
            <a:lvl1pPr algn="l">
              <a:defRPr sz="7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617138"/>
            <a:ext cx="7375466" cy="1014984"/>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Tree>
    <p:extLst>
      <p:ext uri="{BB962C8B-B14F-4D97-AF65-F5344CB8AC3E}">
        <p14:creationId xmlns:p14="http://schemas.microsoft.com/office/powerpoint/2010/main" val="3056260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Autofit/>
          </a:bodyPr>
          <a:lstStyle>
            <a:lvl1pPr algn="ctr">
              <a:defRPr sz="7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Tree>
    <p:extLst>
      <p:ext uri="{BB962C8B-B14F-4D97-AF65-F5344CB8AC3E}">
        <p14:creationId xmlns:p14="http://schemas.microsoft.com/office/powerpoint/2010/main" val="3781037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1017594"/>
            <a:ext cx="9424848" cy="4572000"/>
          </a:xfrm>
        </p:spPr>
        <p:txBody>
          <a:bodyPr anchor="b">
            <a:normAutofit/>
          </a:bodyPr>
          <a:lstStyle>
            <a:lvl1pPr algn="l">
              <a:defRPr sz="7400">
                <a:solidFill>
                  <a:schemeClr val="tx1"/>
                </a:solidFill>
              </a:defRPr>
            </a:lvl1pPr>
          </a:lstStyle>
          <a:p>
            <a:r>
              <a:rPr lang="en-US"/>
              <a:t>Click to edit Master 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42253909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48640"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8640" y="2333860"/>
            <a:ext cx="8467558" cy="3689909"/>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600"/>
            </a:lvl4pPr>
            <a:lvl5pPr marL="914400" indent="0">
              <a:buFont typeface="+mj-lt"/>
              <a:buNone/>
              <a:defRPr sz="14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2556599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6320" y="916491"/>
            <a:ext cx="4663440" cy="1554480"/>
          </a:xfrm>
        </p:spPr>
        <p:txBody>
          <a:bodyPr anchor="b">
            <a:normAutofit/>
          </a:bodyPr>
          <a:lstStyle>
            <a:lvl1pPr>
              <a:defRPr sz="4000">
                <a:solidFill>
                  <a:schemeClr val="accent1"/>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4AE076F7-0A56-00B7-5636-53BCD84F37B4}"/>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6320" y="2825496"/>
            <a:ext cx="4663440" cy="3337560"/>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400"/>
            </a:lvl4pPr>
            <a:lvl5pPr marL="914400" indent="0">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272651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3120" y="820882"/>
            <a:ext cx="6813300" cy="2103254"/>
          </a:xfrm>
        </p:spPr>
        <p:txBody>
          <a:bodyPr anchor="b">
            <a:normAutofit/>
          </a:bodyPr>
          <a:lstStyle>
            <a:lvl1pPr>
              <a:defRPr sz="4000">
                <a:solidFill>
                  <a:schemeClr val="accent1"/>
                </a:solidFill>
              </a:defRPr>
            </a:lvl1pPr>
          </a:lstStyle>
          <a:p>
            <a:r>
              <a:rPr lang="en-US"/>
              <a:t>Click to edit Master title style</a:t>
            </a:r>
          </a:p>
        </p:txBody>
      </p:sp>
      <p:sp>
        <p:nvSpPr>
          <p:cNvPr id="12" name="Picture Placeholder 11">
            <a:extLst>
              <a:ext uri="{FF2B5EF4-FFF2-40B4-BE49-F238E27FC236}">
                <a16:creationId xmlns:a16="http://schemas.microsoft.com/office/drawing/2014/main" id="{3415547F-4F84-3067-76DF-196AFC61150A}"/>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3121" y="3273552"/>
            <a:ext cx="6813300" cy="2947091"/>
          </a:xfrm>
        </p:spPr>
        <p:txBody>
          <a:bodyPr>
            <a:normAutofit/>
          </a:bodyPr>
          <a:lstStyle>
            <a:lvl1pPr marL="0" indent="0">
              <a:lnSpc>
                <a:spcPct val="140000"/>
              </a:lnSpc>
              <a:buFont typeface="+mj-lt"/>
              <a:buNone/>
              <a:defRPr sz="2000"/>
            </a:lvl1pPr>
            <a:lvl2pPr marL="228600" indent="0">
              <a:lnSpc>
                <a:spcPct val="140000"/>
              </a:lnSpc>
              <a:buFont typeface="+mj-lt"/>
              <a:buNone/>
              <a:defRPr sz="1800"/>
            </a:lvl2pPr>
            <a:lvl3pPr marL="457200" indent="0">
              <a:lnSpc>
                <a:spcPct val="140000"/>
              </a:lnSpc>
              <a:buFont typeface="+mj-lt"/>
              <a:buNone/>
              <a:defRPr sz="1600"/>
            </a:lvl3pPr>
            <a:lvl4pPr marL="685800" indent="0">
              <a:lnSpc>
                <a:spcPct val="140000"/>
              </a:lnSpc>
              <a:buFont typeface="+mj-lt"/>
              <a:buNone/>
              <a:defRPr sz="1400"/>
            </a:lvl4pPr>
            <a:lvl5pPr marL="914400" indent="0">
              <a:lnSpc>
                <a:spcPct val="140000"/>
              </a:lnSpc>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1103080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907023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58110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2782591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3568931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3379059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6" name="Picture Placeholder 5">
            <a:extLst>
              <a:ext uri="{FF2B5EF4-FFF2-40B4-BE49-F238E27FC236}">
                <a16:creationId xmlns:a16="http://schemas.microsoft.com/office/drawing/2014/main" id="{EE08F2FE-F5E8-682E-4959-E4BD55372E65}"/>
              </a:ext>
            </a:extLst>
          </p:cNvPr>
          <p:cNvSpPr>
            <a:spLocks noGrp="1"/>
          </p:cNvSpPr>
          <p:nvPr>
            <p:ph type="pic" sz="quarter" idx="13"/>
          </p:nvPr>
        </p:nvSpPr>
        <p:spPr>
          <a:xfrm>
            <a:off x="548640" y="2"/>
            <a:ext cx="4169664" cy="6210485"/>
          </a:xfrm>
          <a:custGeom>
            <a:avLst/>
            <a:gdLst>
              <a:gd name="connsiteX0" fmla="*/ 0 w 4169664"/>
              <a:gd name="connsiteY0" fmla="*/ 0 h 6210485"/>
              <a:gd name="connsiteX1" fmla="*/ 4169664 w 4169664"/>
              <a:gd name="connsiteY1" fmla="*/ 0 h 6210485"/>
              <a:gd name="connsiteX2" fmla="*/ 4169664 w 4169664"/>
              <a:gd name="connsiteY2" fmla="*/ 4923691 h 6210485"/>
              <a:gd name="connsiteX3" fmla="*/ 4168046 w 4169664"/>
              <a:gd name="connsiteY3" fmla="*/ 4923691 h 6210485"/>
              <a:gd name="connsiteX4" fmla="*/ 4168046 w 4169664"/>
              <a:gd name="connsiteY4" fmla="*/ 5856214 h 6210485"/>
              <a:gd name="connsiteX5" fmla="*/ 3813775 w 4169664"/>
              <a:gd name="connsiteY5" fmla="*/ 6210485 h 6210485"/>
              <a:gd name="connsiteX6" fmla="*/ 355889 w 4169664"/>
              <a:gd name="connsiteY6" fmla="*/ 6210485 h 6210485"/>
              <a:gd name="connsiteX7" fmla="*/ 1618 w 4169664"/>
              <a:gd name="connsiteY7" fmla="*/ 5856214 h 6210485"/>
              <a:gd name="connsiteX8" fmla="*/ 1618 w 4169664"/>
              <a:gd name="connsiteY8" fmla="*/ 4923691 h 6210485"/>
              <a:gd name="connsiteX9" fmla="*/ 0 w 4169664"/>
              <a:gd name="connsiteY9" fmla="*/ 4923691 h 621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9664" h="6210485">
                <a:moveTo>
                  <a:pt x="0" y="0"/>
                </a:moveTo>
                <a:lnTo>
                  <a:pt x="4169664" y="0"/>
                </a:lnTo>
                <a:lnTo>
                  <a:pt x="4169664" y="4923691"/>
                </a:lnTo>
                <a:lnTo>
                  <a:pt x="4168046" y="4923691"/>
                </a:lnTo>
                <a:lnTo>
                  <a:pt x="4168046" y="5856214"/>
                </a:lnTo>
                <a:cubicBezTo>
                  <a:pt x="4168046" y="6051872"/>
                  <a:pt x="4009433" y="6210485"/>
                  <a:pt x="3813775" y="6210485"/>
                </a:cubicBezTo>
                <a:lnTo>
                  <a:pt x="355889" y="6210485"/>
                </a:lnTo>
                <a:cubicBezTo>
                  <a:pt x="160231" y="6210485"/>
                  <a:pt x="1618" y="6051872"/>
                  <a:pt x="1618" y="5856214"/>
                </a:cubicBezTo>
                <a:lnTo>
                  <a:pt x="1618" y="4923691"/>
                </a:lnTo>
                <a:lnTo>
                  <a:pt x="0" y="4923691"/>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Tree>
    <p:extLst>
      <p:ext uri="{BB962C8B-B14F-4D97-AF65-F5344CB8AC3E}">
        <p14:creationId xmlns:p14="http://schemas.microsoft.com/office/powerpoint/2010/main" val="41008177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828800"/>
            <a:ext cx="6135624"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928905F0-5F49-679C-FEE0-AFCB409086F8}"/>
              </a:ext>
            </a:extLst>
          </p:cNvPr>
          <p:cNvSpPr>
            <a:spLocks noGrp="1"/>
          </p:cNvSpPr>
          <p:nvPr>
            <p:ph type="pic" sz="quarter" idx="13"/>
          </p:nvPr>
        </p:nvSpPr>
        <p:spPr>
          <a:xfrm>
            <a:off x="7359078" y="1"/>
            <a:ext cx="4178772" cy="6210487"/>
          </a:xfrm>
          <a:custGeom>
            <a:avLst/>
            <a:gdLst>
              <a:gd name="connsiteX0" fmla="*/ 9108 w 4178772"/>
              <a:gd name="connsiteY0" fmla="*/ 0 h 6210487"/>
              <a:gd name="connsiteX1" fmla="*/ 4178772 w 4178772"/>
              <a:gd name="connsiteY1" fmla="*/ 0 h 6210487"/>
              <a:gd name="connsiteX2" fmla="*/ 4178772 w 4178772"/>
              <a:gd name="connsiteY2" fmla="*/ 3429000 h 6210487"/>
              <a:gd name="connsiteX3" fmla="*/ 4166428 w 4178772"/>
              <a:gd name="connsiteY3" fmla="*/ 3429000 h 6210487"/>
              <a:gd name="connsiteX4" fmla="*/ 4166428 w 4178772"/>
              <a:gd name="connsiteY4" fmla="*/ 5856216 h 6210487"/>
              <a:gd name="connsiteX5" fmla="*/ 3812157 w 4178772"/>
              <a:gd name="connsiteY5" fmla="*/ 6210487 h 6210487"/>
              <a:gd name="connsiteX6" fmla="*/ 354271 w 4178772"/>
              <a:gd name="connsiteY6" fmla="*/ 6210487 h 6210487"/>
              <a:gd name="connsiteX7" fmla="*/ 0 w 4178772"/>
              <a:gd name="connsiteY7" fmla="*/ 5856216 h 6210487"/>
              <a:gd name="connsiteX8" fmla="*/ 0 w 4178772"/>
              <a:gd name="connsiteY8" fmla="*/ 1838365 h 6210487"/>
              <a:gd name="connsiteX9" fmla="*/ 7198 w 4178772"/>
              <a:gd name="connsiteY9" fmla="*/ 1766967 h 6210487"/>
              <a:gd name="connsiteX10" fmla="*/ 9108 w 4178772"/>
              <a:gd name="connsiteY10" fmla="*/ 1760813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78772" h="6210487">
                <a:moveTo>
                  <a:pt x="9108" y="0"/>
                </a:moveTo>
                <a:lnTo>
                  <a:pt x="4178772" y="0"/>
                </a:lnTo>
                <a:lnTo>
                  <a:pt x="4178772" y="3429000"/>
                </a:lnTo>
                <a:lnTo>
                  <a:pt x="4166428" y="3429000"/>
                </a:lnTo>
                <a:lnTo>
                  <a:pt x="4166428" y="5856216"/>
                </a:lnTo>
                <a:cubicBezTo>
                  <a:pt x="4166428" y="6051874"/>
                  <a:pt x="4007815" y="6210487"/>
                  <a:pt x="3812157" y="6210487"/>
                </a:cubicBezTo>
                <a:lnTo>
                  <a:pt x="354271" y="6210487"/>
                </a:lnTo>
                <a:cubicBezTo>
                  <a:pt x="158613" y="6210487"/>
                  <a:pt x="0" y="6051874"/>
                  <a:pt x="0" y="5856216"/>
                </a:cubicBezTo>
                <a:lnTo>
                  <a:pt x="0" y="1838365"/>
                </a:lnTo>
                <a:cubicBezTo>
                  <a:pt x="0" y="1813908"/>
                  <a:pt x="2478" y="1790029"/>
                  <a:pt x="7198" y="1766967"/>
                </a:cubicBezTo>
                <a:lnTo>
                  <a:pt x="9108" y="1760813"/>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4" name="Slide Number Placeholder 3">
            <a:extLst>
              <a:ext uri="{FF2B5EF4-FFF2-40B4-BE49-F238E27FC236}">
                <a16:creationId xmlns:a16="http://schemas.microsoft.com/office/drawing/2014/main" id="{30CD9A45-1B72-756B-7137-E9617E56D9CB}"/>
              </a:ext>
            </a:extLst>
          </p:cNvPr>
          <p:cNvSpPr>
            <a:spLocks noGrp="1"/>
          </p:cNvSpPr>
          <p:nvPr>
            <p:ph type="sldNum" sz="quarter" idx="16"/>
          </p:nvPr>
        </p:nvSpPr>
        <p:spPr>
          <a:xfrm>
            <a:off x="6253532" y="137965"/>
            <a:ext cx="429207" cy="365125"/>
          </a:xfrm>
        </p:spPr>
        <p:txBody>
          <a:bodyPr/>
          <a:lstStyle>
            <a:lvl1pPr algn="r">
              <a:defRPr/>
            </a:lvl1pPr>
          </a:lstStyle>
          <a:p>
            <a:fld id="{CC057153-B650-4DEB-B370-79DDCFDCE934}" type="slidenum">
              <a:rPr lang="en-US" smtClean="0"/>
              <a:pPr/>
              <a:t>‹#›</a:t>
            </a:fld>
            <a:endParaRPr lang="en-US"/>
          </a:p>
        </p:txBody>
      </p:sp>
      <p:sp>
        <p:nvSpPr>
          <p:cNvPr id="3" name="Footer Placeholder 2">
            <a:extLst>
              <a:ext uri="{FF2B5EF4-FFF2-40B4-BE49-F238E27FC236}">
                <a16:creationId xmlns:a16="http://schemas.microsoft.com/office/drawing/2014/main" id="{1B0FB5F2-FE27-6AC5-6D6E-BC32C64746D0}"/>
              </a:ext>
            </a:extLst>
          </p:cNvPr>
          <p:cNvSpPr>
            <a:spLocks noGrp="1"/>
          </p:cNvSpPr>
          <p:nvPr>
            <p:ph type="ftr" sz="quarter" idx="15"/>
          </p:nvPr>
        </p:nvSpPr>
        <p:spPr>
          <a:xfrm>
            <a:off x="3877334" y="6368780"/>
            <a:ext cx="2805405" cy="365125"/>
          </a:xfrm>
        </p:spPr>
        <p:txBody>
          <a:bodyPr/>
          <a:lstStyle>
            <a:lvl1pPr algn="r">
              <a:defRPr/>
            </a:lvl1pPr>
          </a:lstStyle>
          <a:p>
            <a:r>
              <a:rPr lang="en-US"/>
              <a:t>Sample Footer Text</a:t>
            </a:r>
          </a:p>
        </p:txBody>
      </p:sp>
    </p:spTree>
    <p:extLst>
      <p:ext uri="{BB962C8B-B14F-4D97-AF65-F5344CB8AC3E}">
        <p14:creationId xmlns:p14="http://schemas.microsoft.com/office/powerpoint/2010/main" val="22332195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0" y="320040"/>
            <a:ext cx="6858000" cy="932688"/>
          </a:xfrm>
        </p:spPr>
        <p:txBody>
          <a:bodyPr anchor="b"/>
          <a:lstStyle/>
          <a:p>
            <a:r>
              <a:rPr lang="en-US"/>
              <a:t>Click to edit Master title style</a:t>
            </a:r>
          </a:p>
        </p:txBody>
      </p:sp>
      <p:sp>
        <p:nvSpPr>
          <p:cNvPr id="5" name="Picture Placeholder 4">
            <a:extLst>
              <a:ext uri="{FF2B5EF4-FFF2-40B4-BE49-F238E27FC236}">
                <a16:creationId xmlns:a16="http://schemas.microsoft.com/office/drawing/2014/main" id="{0049159F-9012-DB0A-4C8B-E8072AB0E2F1}"/>
              </a:ext>
            </a:extLst>
          </p:cNvPr>
          <p:cNvSpPr>
            <a:spLocks noGrp="1"/>
          </p:cNvSpPr>
          <p:nvPr>
            <p:ph type="pic" sz="quarter" idx="13"/>
          </p:nvPr>
        </p:nvSpPr>
        <p:spPr>
          <a:xfrm>
            <a:off x="22860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7200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Tree>
    <p:extLst>
      <p:ext uri="{BB962C8B-B14F-4D97-AF65-F5344CB8AC3E}">
        <p14:creationId xmlns:p14="http://schemas.microsoft.com/office/powerpoint/2010/main" val="299402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59866" y="647513"/>
            <a:ext cx="6796553" cy="1468815"/>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C22C7FA0-DB8C-0637-DDE8-BFD794CE7D19}"/>
              </a:ext>
            </a:extLst>
          </p:cNvPr>
          <p:cNvSpPr>
            <a:spLocks noGrp="1"/>
          </p:cNvSpPr>
          <p:nvPr>
            <p:ph type="pic" sz="quarter" idx="13"/>
          </p:nvPr>
        </p:nvSpPr>
        <p:spPr>
          <a:xfrm>
            <a:off x="535580" y="647514"/>
            <a:ext cx="3749041" cy="6210487"/>
          </a:xfrm>
          <a:custGeom>
            <a:avLst/>
            <a:gdLst>
              <a:gd name="connsiteX0" fmla="*/ 350566 w 3749041"/>
              <a:gd name="connsiteY0" fmla="*/ 0 h 6210487"/>
              <a:gd name="connsiteX1" fmla="*/ 3398475 w 3749041"/>
              <a:gd name="connsiteY1" fmla="*/ 0 h 6210487"/>
              <a:gd name="connsiteX2" fmla="*/ 3749041 w 3749041"/>
              <a:gd name="connsiteY2" fmla="*/ 350566 h 6210487"/>
              <a:gd name="connsiteX3" fmla="*/ 3749041 w 3749041"/>
              <a:gd name="connsiteY3" fmla="*/ 1468815 h 6210487"/>
              <a:gd name="connsiteX4" fmla="*/ 3749041 w 3749041"/>
              <a:gd name="connsiteY4" fmla="*/ 2676774 h 6210487"/>
              <a:gd name="connsiteX5" fmla="*/ 3749041 w 3749041"/>
              <a:gd name="connsiteY5" fmla="*/ 6210487 h 6210487"/>
              <a:gd name="connsiteX6" fmla="*/ 2320499 w 3749041"/>
              <a:gd name="connsiteY6" fmla="*/ 6210487 h 6210487"/>
              <a:gd name="connsiteX7" fmla="*/ 2320499 w 3749041"/>
              <a:gd name="connsiteY7" fmla="*/ 6203839 h 6210487"/>
              <a:gd name="connsiteX8" fmla="*/ 0 w 3749041"/>
              <a:gd name="connsiteY8" fmla="*/ 6203839 h 6210487"/>
              <a:gd name="connsiteX9" fmla="*/ 0 w 3749041"/>
              <a:gd name="connsiteY9" fmla="*/ 2676774 h 6210487"/>
              <a:gd name="connsiteX10" fmla="*/ 0 w 3749041"/>
              <a:gd name="connsiteY10" fmla="*/ 1468815 h 6210487"/>
              <a:gd name="connsiteX11" fmla="*/ 0 w 3749041"/>
              <a:gd name="connsiteY11" fmla="*/ 350566 h 6210487"/>
              <a:gd name="connsiteX12" fmla="*/ 350566 w 3749041"/>
              <a:gd name="connsiteY12" fmla="*/ 0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9041" h="6210487">
                <a:moveTo>
                  <a:pt x="350566" y="0"/>
                </a:moveTo>
                <a:lnTo>
                  <a:pt x="3398475" y="0"/>
                </a:lnTo>
                <a:cubicBezTo>
                  <a:pt x="3592087" y="0"/>
                  <a:pt x="3749041" y="156954"/>
                  <a:pt x="3749041" y="350566"/>
                </a:cubicBezTo>
                <a:lnTo>
                  <a:pt x="3749041" y="1468815"/>
                </a:lnTo>
                <a:lnTo>
                  <a:pt x="3749041" y="2676774"/>
                </a:lnTo>
                <a:lnTo>
                  <a:pt x="3749041" y="6210487"/>
                </a:lnTo>
                <a:lnTo>
                  <a:pt x="2320499" y="6210487"/>
                </a:lnTo>
                <a:lnTo>
                  <a:pt x="2320499" y="6203839"/>
                </a:lnTo>
                <a:lnTo>
                  <a:pt x="0" y="6203839"/>
                </a:lnTo>
                <a:lnTo>
                  <a:pt x="0" y="2676774"/>
                </a:lnTo>
                <a:lnTo>
                  <a:pt x="0" y="1468815"/>
                </a:lnTo>
                <a:lnTo>
                  <a:pt x="0" y="350566"/>
                </a:lnTo>
                <a:cubicBezTo>
                  <a:pt x="0" y="156954"/>
                  <a:pt x="156954" y="0"/>
                  <a:pt x="350566" y="0"/>
                </a:cubicBez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59866" y="2472266"/>
            <a:ext cx="6796553" cy="3891957"/>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Tree>
    <p:extLst>
      <p:ext uri="{BB962C8B-B14F-4D97-AF65-F5344CB8AC3E}">
        <p14:creationId xmlns:p14="http://schemas.microsoft.com/office/powerpoint/2010/main" val="593879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a:p>
        </p:txBody>
      </p:sp>
      <p:sp>
        <p:nvSpPr>
          <p:cNvPr id="4" name="Picture Placeholder 3">
            <a:extLst>
              <a:ext uri="{FF2B5EF4-FFF2-40B4-BE49-F238E27FC236}">
                <a16:creationId xmlns:a16="http://schemas.microsoft.com/office/drawing/2014/main" id="{009BDD84-33CF-CB5D-E189-57F1AFC16A95}"/>
              </a:ext>
            </a:extLst>
          </p:cNvPr>
          <p:cNvSpPr>
            <a:spLocks noGrp="1"/>
          </p:cNvSpPr>
          <p:nvPr>
            <p:ph type="pic" sz="quarter" idx="18"/>
          </p:nvPr>
        </p:nvSpPr>
        <p:spPr>
          <a:xfrm>
            <a:off x="781812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Tree>
    <p:extLst>
      <p:ext uri="{BB962C8B-B14F-4D97-AF65-F5344CB8AC3E}">
        <p14:creationId xmlns:p14="http://schemas.microsoft.com/office/powerpoint/2010/main" val="913026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3DF74ED1-55A2-A3E2-BC4A-6AD0936F240D}"/>
              </a:ext>
            </a:extLst>
          </p:cNvPr>
          <p:cNvSpPr>
            <a:spLocks noGrp="1"/>
          </p:cNvSpPr>
          <p:nvPr>
            <p:ph type="pic" sz="quarter" idx="13"/>
          </p:nvPr>
        </p:nvSpPr>
        <p:spPr>
          <a:xfrm>
            <a:off x="0" y="444978"/>
            <a:ext cx="6611508" cy="5968047"/>
          </a:xfrm>
          <a:custGeom>
            <a:avLst/>
            <a:gdLst>
              <a:gd name="connsiteX0" fmla="*/ 0 w 6611508"/>
              <a:gd name="connsiteY0" fmla="*/ 0 h 5968047"/>
              <a:gd name="connsiteX1" fmla="*/ 1579959 w 6611508"/>
              <a:gd name="connsiteY1" fmla="*/ 0 h 5968047"/>
              <a:gd name="connsiteX2" fmla="*/ 4390752 w 6611508"/>
              <a:gd name="connsiteY2" fmla="*/ 0 h 5968047"/>
              <a:gd name="connsiteX3" fmla="*/ 6293021 w 6611508"/>
              <a:gd name="connsiteY3" fmla="*/ 0 h 5968047"/>
              <a:gd name="connsiteX4" fmla="*/ 6611508 w 6611508"/>
              <a:gd name="connsiteY4" fmla="*/ 318488 h 5968047"/>
              <a:gd name="connsiteX5" fmla="*/ 6611508 w 6611508"/>
              <a:gd name="connsiteY5" fmla="*/ 5649560 h 5968047"/>
              <a:gd name="connsiteX6" fmla="*/ 6293021 w 6611508"/>
              <a:gd name="connsiteY6" fmla="*/ 5968047 h 5968047"/>
              <a:gd name="connsiteX7" fmla="*/ 4390752 w 6611508"/>
              <a:gd name="connsiteY7" fmla="*/ 5968047 h 5968047"/>
              <a:gd name="connsiteX8" fmla="*/ 1579959 w 6611508"/>
              <a:gd name="connsiteY8" fmla="*/ 5968047 h 5968047"/>
              <a:gd name="connsiteX9" fmla="*/ 0 w 6611508"/>
              <a:gd name="connsiteY9" fmla="*/ 5968047 h 596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1508" h="5968047">
                <a:moveTo>
                  <a:pt x="0" y="0"/>
                </a:moveTo>
                <a:lnTo>
                  <a:pt x="1579959" y="0"/>
                </a:lnTo>
                <a:lnTo>
                  <a:pt x="4390752" y="0"/>
                </a:lnTo>
                <a:lnTo>
                  <a:pt x="6293021" y="0"/>
                </a:lnTo>
                <a:cubicBezTo>
                  <a:pt x="6468916" y="0"/>
                  <a:pt x="6611508" y="142592"/>
                  <a:pt x="6611508" y="318488"/>
                </a:cubicBezTo>
                <a:lnTo>
                  <a:pt x="6611508" y="5649560"/>
                </a:lnTo>
                <a:cubicBezTo>
                  <a:pt x="6611508" y="5825455"/>
                  <a:pt x="6468916" y="5968047"/>
                  <a:pt x="6293021" y="5968047"/>
                </a:cubicBezTo>
                <a:lnTo>
                  <a:pt x="4390752" y="5968047"/>
                </a:lnTo>
                <a:lnTo>
                  <a:pt x="1579959" y="5968047"/>
                </a:lnTo>
                <a:lnTo>
                  <a:pt x="0" y="5968047"/>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3242464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4361688" cy="1527048"/>
          </a:xfrm>
        </p:spPr>
        <p:txBody>
          <a:bodyPr anchor="b"/>
          <a:lstStyle>
            <a:lvl1pPr>
              <a:defRPr>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2194560"/>
            <a:ext cx="4360863"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12" name="Slide Number Placeholder 11">
            <a:extLst>
              <a:ext uri="{FF2B5EF4-FFF2-40B4-BE49-F238E27FC236}">
                <a16:creationId xmlns:a16="http://schemas.microsoft.com/office/drawing/2014/main" id="{FC2950FE-5880-69E0-6E51-5FEE346A49BB}"/>
              </a:ext>
            </a:extLst>
          </p:cNvPr>
          <p:cNvSpPr>
            <a:spLocks noGrp="1"/>
          </p:cNvSpPr>
          <p:nvPr>
            <p:ph type="sldNum" sz="quarter" idx="16"/>
          </p:nvPr>
        </p:nvSpPr>
        <p:spPr/>
        <p:txBody>
          <a:bodyPr/>
          <a:lstStyle/>
          <a:p>
            <a:fld id="{CC057153-B650-4DEB-B370-79DDCFDCE934}" type="slidenum">
              <a:rPr lang="en-US" smtClean="0"/>
              <a:t>‹#›</a:t>
            </a:fld>
            <a:endParaRPr lang="en-US"/>
          </a:p>
        </p:txBody>
      </p:sp>
      <p:sp>
        <p:nvSpPr>
          <p:cNvPr id="10" name="Footer Placeholder 9">
            <a:extLst>
              <a:ext uri="{FF2B5EF4-FFF2-40B4-BE49-F238E27FC236}">
                <a16:creationId xmlns:a16="http://schemas.microsoft.com/office/drawing/2014/main" id="{B9A96CF5-E431-076C-2AB1-270F11C74DFC}"/>
              </a:ext>
            </a:extLst>
          </p:cNvPr>
          <p:cNvSpPr>
            <a:spLocks noGrp="1"/>
          </p:cNvSpPr>
          <p:nvPr>
            <p:ph type="ftr" sz="quarter" idx="15"/>
          </p:nvPr>
        </p:nvSpPr>
        <p:spPr/>
        <p:txBody>
          <a:bodyPr/>
          <a:lstStyle/>
          <a:p>
            <a:r>
              <a:rPr lang="en-US"/>
              <a:t>Sample Footer Text</a:t>
            </a:r>
          </a:p>
        </p:txBody>
      </p:sp>
    </p:spTree>
    <p:extLst>
      <p:ext uri="{BB962C8B-B14F-4D97-AF65-F5344CB8AC3E}">
        <p14:creationId xmlns:p14="http://schemas.microsoft.com/office/powerpoint/2010/main" val="3183053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996697"/>
            <a:ext cx="5779081" cy="2264652"/>
          </a:xfrm>
        </p:spPr>
        <p:txBody>
          <a:bodyPr anchor="b" anchorCtr="0"/>
          <a:lstStyle>
            <a:lvl1pPr>
              <a:defRPr>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3538728"/>
            <a:ext cx="5777953" cy="232257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4" name="Slide Number Placeholder 3">
            <a:extLst>
              <a:ext uri="{FF2B5EF4-FFF2-40B4-BE49-F238E27FC236}">
                <a16:creationId xmlns:a16="http://schemas.microsoft.com/office/drawing/2014/main" id="{DEF766A3-B508-7646-C366-0A8B2B74F045}"/>
              </a:ext>
            </a:extLst>
          </p:cNvPr>
          <p:cNvSpPr>
            <a:spLocks noGrp="1"/>
          </p:cNvSpPr>
          <p:nvPr>
            <p:ph type="sldNum" sz="quarter" idx="16"/>
          </p:nvPr>
        </p:nvSpPr>
        <p:spPr/>
        <p:txBody>
          <a:bodyPr/>
          <a:lstStyle/>
          <a:p>
            <a:fld id="{CC057153-B650-4DEB-B370-79DDCFDCE934}" type="slidenum">
              <a:rPr lang="en-US" smtClean="0"/>
              <a:t>‹#›</a:t>
            </a:fld>
            <a:endParaRPr lang="en-US"/>
          </a:p>
        </p:txBody>
      </p:sp>
      <p:sp>
        <p:nvSpPr>
          <p:cNvPr id="3" name="Footer Placeholder 2">
            <a:extLst>
              <a:ext uri="{FF2B5EF4-FFF2-40B4-BE49-F238E27FC236}">
                <a16:creationId xmlns:a16="http://schemas.microsoft.com/office/drawing/2014/main" id="{EC39C096-E57C-1958-6BE2-29A089B74A0D}"/>
              </a:ext>
            </a:extLst>
          </p:cNvPr>
          <p:cNvSpPr>
            <a:spLocks noGrp="1"/>
          </p:cNvSpPr>
          <p:nvPr>
            <p:ph type="ftr" sz="quarter" idx="15"/>
          </p:nvPr>
        </p:nvSpPr>
        <p:spPr/>
        <p:txBody>
          <a:bodyPr/>
          <a:lstStyle/>
          <a:p>
            <a:r>
              <a:rPr lang="en-US"/>
              <a:t>Sample Footer Text</a:t>
            </a:r>
          </a:p>
        </p:txBody>
      </p:sp>
    </p:spTree>
    <p:extLst>
      <p:ext uri="{BB962C8B-B14F-4D97-AF65-F5344CB8AC3E}">
        <p14:creationId xmlns:p14="http://schemas.microsoft.com/office/powerpoint/2010/main" val="41998086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solidFill>
                  <a:schemeClr val="accent1"/>
                </a:solidFill>
              </a:defRPr>
            </a:lvl1pPr>
          </a:lstStyle>
          <a:p>
            <a:r>
              <a:rPr lang="en-US"/>
              <a:t>Click to edit Master title style</a:t>
            </a:r>
          </a:p>
        </p:txBody>
      </p:sp>
      <p:sp>
        <p:nvSpPr>
          <p:cNvPr id="4" name="Picture Placeholder 3">
            <a:extLst>
              <a:ext uri="{FF2B5EF4-FFF2-40B4-BE49-F238E27FC236}">
                <a16:creationId xmlns:a16="http://schemas.microsoft.com/office/drawing/2014/main" id="{18842B10-A221-5366-C461-425DDE7EE020}"/>
              </a:ext>
            </a:extLst>
          </p:cNvPr>
          <p:cNvSpPr>
            <a:spLocks noGrp="1"/>
          </p:cNvSpPr>
          <p:nvPr>
            <p:ph type="pic" sz="quarter" idx="13"/>
          </p:nvPr>
        </p:nvSpPr>
        <p:spPr>
          <a:xfrm>
            <a:off x="1" y="498809"/>
            <a:ext cx="6492236" cy="5860385"/>
          </a:xfrm>
          <a:custGeom>
            <a:avLst/>
            <a:gdLst>
              <a:gd name="connsiteX0" fmla="*/ 0 w 6492236"/>
              <a:gd name="connsiteY0" fmla="*/ 0 h 5860385"/>
              <a:gd name="connsiteX1" fmla="*/ 1551455 w 6492236"/>
              <a:gd name="connsiteY1" fmla="*/ 0 h 5860385"/>
              <a:gd name="connsiteX2" fmla="*/ 4311542 w 6492236"/>
              <a:gd name="connsiteY2" fmla="*/ 0 h 5860385"/>
              <a:gd name="connsiteX3" fmla="*/ 6179494 w 6492236"/>
              <a:gd name="connsiteY3" fmla="*/ 0 h 5860385"/>
              <a:gd name="connsiteX4" fmla="*/ 6492236 w 6492236"/>
              <a:gd name="connsiteY4" fmla="*/ 312742 h 5860385"/>
              <a:gd name="connsiteX5" fmla="*/ 6492236 w 6492236"/>
              <a:gd name="connsiteY5" fmla="*/ 5547643 h 5860385"/>
              <a:gd name="connsiteX6" fmla="*/ 6179494 w 6492236"/>
              <a:gd name="connsiteY6" fmla="*/ 5860385 h 5860385"/>
              <a:gd name="connsiteX7" fmla="*/ 4311542 w 6492236"/>
              <a:gd name="connsiteY7" fmla="*/ 5860385 h 5860385"/>
              <a:gd name="connsiteX8" fmla="*/ 1551455 w 6492236"/>
              <a:gd name="connsiteY8" fmla="*/ 5860385 h 5860385"/>
              <a:gd name="connsiteX9" fmla="*/ 0 w 6492236"/>
              <a:gd name="connsiteY9" fmla="*/ 5860385 h 586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92236" h="5860385">
                <a:moveTo>
                  <a:pt x="0" y="0"/>
                </a:moveTo>
                <a:lnTo>
                  <a:pt x="1551455" y="0"/>
                </a:lnTo>
                <a:lnTo>
                  <a:pt x="4311542" y="0"/>
                </a:lnTo>
                <a:lnTo>
                  <a:pt x="6179494" y="0"/>
                </a:lnTo>
                <a:cubicBezTo>
                  <a:pt x="6352217" y="0"/>
                  <a:pt x="6492236" y="140020"/>
                  <a:pt x="6492236" y="312742"/>
                </a:cubicBezTo>
                <a:lnTo>
                  <a:pt x="6492236" y="5547643"/>
                </a:lnTo>
                <a:cubicBezTo>
                  <a:pt x="6492236" y="5720366"/>
                  <a:pt x="6352217" y="5860385"/>
                  <a:pt x="6179494" y="5860385"/>
                </a:cubicBezTo>
                <a:lnTo>
                  <a:pt x="4311542" y="5860385"/>
                </a:lnTo>
                <a:lnTo>
                  <a:pt x="1551455" y="5860385"/>
                </a:lnTo>
                <a:lnTo>
                  <a:pt x="0" y="5860385"/>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8577662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8B378358-FF6F-B176-7099-1A13C4AD2944}"/>
              </a:ext>
            </a:extLst>
          </p:cNvPr>
          <p:cNvSpPr>
            <a:spLocks noGrp="1"/>
          </p:cNvSpPr>
          <p:nvPr>
            <p:ph type="sldNum" sz="quarter" idx="16"/>
          </p:nvPr>
        </p:nvSpPr>
        <p:spPr>
          <a:xfrm>
            <a:off x="5202933" y="137965"/>
            <a:ext cx="429207" cy="365125"/>
          </a:xfrm>
        </p:spPr>
        <p:txBody>
          <a:bodyPr/>
          <a:lstStyle/>
          <a:p>
            <a:fld id="{CC057153-B650-4DEB-B370-79DDCFDCE934}" type="slidenum">
              <a:rPr lang="en-US" smtClean="0"/>
              <a:pPr/>
              <a:t>‹#›</a:t>
            </a:fld>
            <a:endParaRPr lang="en-US"/>
          </a:p>
        </p:txBody>
      </p:sp>
      <p:sp>
        <p:nvSpPr>
          <p:cNvPr id="3" name="Footer Placeholder 2">
            <a:extLst>
              <a:ext uri="{FF2B5EF4-FFF2-40B4-BE49-F238E27FC236}">
                <a16:creationId xmlns:a16="http://schemas.microsoft.com/office/drawing/2014/main" id="{E2A75D03-F042-C852-E855-C802ABBBA945}"/>
              </a:ext>
            </a:extLst>
          </p:cNvPr>
          <p:cNvSpPr>
            <a:spLocks noGrp="1"/>
          </p:cNvSpPr>
          <p:nvPr>
            <p:ph type="ftr" sz="quarter" idx="15"/>
          </p:nvPr>
        </p:nvSpPr>
        <p:spPr>
          <a:xfrm>
            <a:off x="2826735" y="6368780"/>
            <a:ext cx="2805405" cy="365125"/>
          </a:xfrm>
        </p:spPr>
        <p:txBody>
          <a:bodyPr/>
          <a:lstStyle/>
          <a:p>
            <a:r>
              <a:rPr lang="en-US"/>
              <a:t>Sample Footer Text</a:t>
            </a:r>
          </a:p>
        </p:txBody>
      </p:sp>
      <p:sp>
        <p:nvSpPr>
          <p:cNvPr id="9" name="Picture Placeholder 8">
            <a:extLst>
              <a:ext uri="{FF2B5EF4-FFF2-40B4-BE49-F238E27FC236}">
                <a16:creationId xmlns:a16="http://schemas.microsoft.com/office/drawing/2014/main" id="{6A07F02F-15D0-1F8B-17EF-68EDD9530599}"/>
              </a:ext>
            </a:extLst>
          </p:cNvPr>
          <p:cNvSpPr>
            <a:spLocks noGrp="1"/>
          </p:cNvSpPr>
          <p:nvPr>
            <p:ph type="pic" sz="quarter" idx="13"/>
          </p:nvPr>
        </p:nvSpPr>
        <p:spPr>
          <a:xfrm>
            <a:off x="5917720" y="597182"/>
            <a:ext cx="6274279" cy="5663639"/>
          </a:xfrm>
          <a:custGeom>
            <a:avLst/>
            <a:gdLst>
              <a:gd name="connsiteX0" fmla="*/ 302243 w 6274279"/>
              <a:gd name="connsiteY0" fmla="*/ 0 h 5663639"/>
              <a:gd name="connsiteX1" fmla="*/ 2107483 w 6274279"/>
              <a:gd name="connsiteY1" fmla="*/ 0 h 5663639"/>
              <a:gd name="connsiteX2" fmla="*/ 4774908 w 6274279"/>
              <a:gd name="connsiteY2" fmla="*/ 0 h 5663639"/>
              <a:gd name="connsiteX3" fmla="*/ 6274279 w 6274279"/>
              <a:gd name="connsiteY3" fmla="*/ 0 h 5663639"/>
              <a:gd name="connsiteX4" fmla="*/ 6274279 w 6274279"/>
              <a:gd name="connsiteY4" fmla="*/ 5663639 h 5663639"/>
              <a:gd name="connsiteX5" fmla="*/ 4774908 w 6274279"/>
              <a:gd name="connsiteY5" fmla="*/ 5663639 h 5663639"/>
              <a:gd name="connsiteX6" fmla="*/ 2107483 w 6274279"/>
              <a:gd name="connsiteY6" fmla="*/ 5663639 h 5663639"/>
              <a:gd name="connsiteX7" fmla="*/ 302243 w 6274279"/>
              <a:gd name="connsiteY7" fmla="*/ 5663639 h 5663639"/>
              <a:gd name="connsiteX8" fmla="*/ 0 w 6274279"/>
              <a:gd name="connsiteY8" fmla="*/ 5361397 h 5663639"/>
              <a:gd name="connsiteX9" fmla="*/ 0 w 6274279"/>
              <a:gd name="connsiteY9" fmla="*/ 302243 h 5663639"/>
              <a:gd name="connsiteX10" fmla="*/ 302243 w 6274279"/>
              <a:gd name="connsiteY10" fmla="*/ 0 h 5663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74279" h="5663639">
                <a:moveTo>
                  <a:pt x="302243" y="0"/>
                </a:moveTo>
                <a:lnTo>
                  <a:pt x="2107483" y="0"/>
                </a:lnTo>
                <a:lnTo>
                  <a:pt x="4774908" y="0"/>
                </a:lnTo>
                <a:lnTo>
                  <a:pt x="6274279" y="0"/>
                </a:lnTo>
                <a:lnTo>
                  <a:pt x="6274279" y="5663639"/>
                </a:lnTo>
                <a:lnTo>
                  <a:pt x="4774908" y="5663639"/>
                </a:lnTo>
                <a:lnTo>
                  <a:pt x="2107483" y="5663639"/>
                </a:lnTo>
                <a:lnTo>
                  <a:pt x="302243" y="5663639"/>
                </a:lnTo>
                <a:cubicBezTo>
                  <a:pt x="135319" y="5663639"/>
                  <a:pt x="0" y="5528320"/>
                  <a:pt x="0" y="5361397"/>
                </a:cubicBezTo>
                <a:lnTo>
                  <a:pt x="0" y="302243"/>
                </a:lnTo>
                <a:cubicBezTo>
                  <a:pt x="0" y="135319"/>
                  <a:pt x="135319" y="0"/>
                  <a:pt x="302243" y="0"/>
                </a:cubicBez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Tree>
    <p:extLst>
      <p:ext uri="{BB962C8B-B14F-4D97-AF65-F5344CB8AC3E}">
        <p14:creationId xmlns:p14="http://schemas.microsoft.com/office/powerpoint/2010/main" val="16691103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52ADF55C-2EE8-1FD6-AB77-FE6A1AB0EEF7}"/>
              </a:ext>
            </a:extLst>
          </p:cNvPr>
          <p:cNvSpPr>
            <a:spLocks noGrp="1"/>
          </p:cNvSpPr>
          <p:nvPr>
            <p:ph type="pic" sz="quarter" idx="13"/>
          </p:nvPr>
        </p:nvSpPr>
        <p:spPr>
          <a:xfrm>
            <a:off x="1" y="500949"/>
            <a:ext cx="7584143" cy="5861304"/>
          </a:xfrm>
          <a:custGeom>
            <a:avLst/>
            <a:gdLst>
              <a:gd name="connsiteX0" fmla="*/ 0 w 7584143"/>
              <a:gd name="connsiteY0" fmla="*/ 0 h 5861304"/>
              <a:gd name="connsiteX1" fmla="*/ 2330244 w 7584143"/>
              <a:gd name="connsiteY1" fmla="*/ 0 h 5861304"/>
              <a:gd name="connsiteX2" fmla="*/ 2330244 w 7584143"/>
              <a:gd name="connsiteY2" fmla="*/ 460 h 5861304"/>
              <a:gd name="connsiteX3" fmla="*/ 2643362 w 7584143"/>
              <a:gd name="connsiteY3" fmla="*/ 460 h 5861304"/>
              <a:gd name="connsiteX4" fmla="*/ 5403449 w 7584143"/>
              <a:gd name="connsiteY4" fmla="*/ 460 h 5861304"/>
              <a:gd name="connsiteX5" fmla="*/ 7271401 w 7584143"/>
              <a:gd name="connsiteY5" fmla="*/ 460 h 5861304"/>
              <a:gd name="connsiteX6" fmla="*/ 7584143 w 7584143"/>
              <a:gd name="connsiteY6" fmla="*/ 313202 h 5861304"/>
              <a:gd name="connsiteX7" fmla="*/ 7584143 w 7584143"/>
              <a:gd name="connsiteY7" fmla="*/ 5548103 h 5861304"/>
              <a:gd name="connsiteX8" fmla="*/ 7271401 w 7584143"/>
              <a:gd name="connsiteY8" fmla="*/ 5860845 h 5861304"/>
              <a:gd name="connsiteX9" fmla="*/ 5403449 w 7584143"/>
              <a:gd name="connsiteY9" fmla="*/ 5860845 h 5861304"/>
              <a:gd name="connsiteX10" fmla="*/ 2643362 w 7584143"/>
              <a:gd name="connsiteY10" fmla="*/ 5860845 h 5861304"/>
              <a:gd name="connsiteX11" fmla="*/ 2330244 w 7584143"/>
              <a:gd name="connsiteY11" fmla="*/ 5860845 h 5861304"/>
              <a:gd name="connsiteX12" fmla="*/ 2330244 w 7584143"/>
              <a:gd name="connsiteY12" fmla="*/ 5861304 h 5861304"/>
              <a:gd name="connsiteX13" fmla="*/ 0 w 7584143"/>
              <a:gd name="connsiteY13"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4143" h="5861304">
                <a:moveTo>
                  <a:pt x="0" y="0"/>
                </a:moveTo>
                <a:lnTo>
                  <a:pt x="2330244" y="0"/>
                </a:lnTo>
                <a:lnTo>
                  <a:pt x="2330244" y="460"/>
                </a:lnTo>
                <a:lnTo>
                  <a:pt x="2643362" y="460"/>
                </a:lnTo>
                <a:lnTo>
                  <a:pt x="5403449" y="460"/>
                </a:lnTo>
                <a:lnTo>
                  <a:pt x="7271401" y="460"/>
                </a:lnTo>
                <a:cubicBezTo>
                  <a:pt x="7444124" y="460"/>
                  <a:pt x="7584143" y="140480"/>
                  <a:pt x="7584143" y="313202"/>
                </a:cubicBezTo>
                <a:lnTo>
                  <a:pt x="7584143" y="5548103"/>
                </a:lnTo>
                <a:cubicBezTo>
                  <a:pt x="7584143" y="5720826"/>
                  <a:pt x="7444124" y="5860845"/>
                  <a:pt x="7271401" y="5860845"/>
                </a:cubicBezTo>
                <a:lnTo>
                  <a:pt x="5403449" y="5860845"/>
                </a:lnTo>
                <a:lnTo>
                  <a:pt x="2643362" y="5860845"/>
                </a:lnTo>
                <a:lnTo>
                  <a:pt x="2330244" y="5860845"/>
                </a:lnTo>
                <a:lnTo>
                  <a:pt x="2330244" y="5861304"/>
                </a:lnTo>
                <a:lnTo>
                  <a:pt x="0" y="5861304"/>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2741E025-4B4E-790A-70F2-EBDF57CDBF1A}"/>
              </a:ext>
            </a:extLst>
          </p:cNvPr>
          <p:cNvSpPr>
            <a:spLocks noGrp="1"/>
          </p:cNvSpPr>
          <p:nvPr>
            <p:ph type="sldNum" sz="quarter" idx="16"/>
          </p:nvPr>
        </p:nvSpPr>
        <p:spPr/>
        <p:txBody>
          <a:bodyPr/>
          <a:lstStyle/>
          <a:p>
            <a:fld id="{CC057153-B650-4DEB-B370-79DDCFDCE934}" type="slidenum">
              <a:rPr lang="en-US" smtClean="0"/>
              <a:pPr/>
              <a:t>‹#›</a:t>
            </a:fld>
            <a:endParaRPr lang="en-US"/>
          </a:p>
        </p:txBody>
      </p:sp>
      <p:sp>
        <p:nvSpPr>
          <p:cNvPr id="3" name="Footer Placeholder 2">
            <a:extLst>
              <a:ext uri="{FF2B5EF4-FFF2-40B4-BE49-F238E27FC236}">
                <a16:creationId xmlns:a16="http://schemas.microsoft.com/office/drawing/2014/main" id="{6A8DB5AF-1AC5-9914-BD02-F8CDB144813F}"/>
              </a:ext>
            </a:extLst>
          </p:cNvPr>
          <p:cNvSpPr>
            <a:spLocks noGrp="1"/>
          </p:cNvSpPr>
          <p:nvPr>
            <p:ph type="ftr" sz="quarter" idx="15"/>
          </p:nvPr>
        </p:nvSpPr>
        <p:spPr/>
        <p:txBody>
          <a:bodyPr/>
          <a:lstStyle/>
          <a:p>
            <a:r>
              <a:rPr lang="en-US"/>
              <a:t>Sample Footer Text</a:t>
            </a:r>
          </a:p>
        </p:txBody>
      </p:sp>
    </p:spTree>
    <p:extLst>
      <p:ext uri="{BB962C8B-B14F-4D97-AF65-F5344CB8AC3E}">
        <p14:creationId xmlns:p14="http://schemas.microsoft.com/office/powerpoint/2010/main" val="12162775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Picture Placeholder 9">
            <a:extLst>
              <a:ext uri="{FF2B5EF4-FFF2-40B4-BE49-F238E27FC236}">
                <a16:creationId xmlns:a16="http://schemas.microsoft.com/office/drawing/2014/main" id="{48591CF2-44E9-18CF-D92F-1FD0FA03018A}"/>
              </a:ext>
            </a:extLst>
          </p:cNvPr>
          <p:cNvSpPr>
            <a:spLocks noGrp="1"/>
          </p:cNvSpPr>
          <p:nvPr>
            <p:ph type="pic" sz="quarter" idx="13"/>
          </p:nvPr>
        </p:nvSpPr>
        <p:spPr>
          <a:xfrm>
            <a:off x="4761780" y="557829"/>
            <a:ext cx="7430219" cy="5742345"/>
          </a:xfrm>
          <a:custGeom>
            <a:avLst/>
            <a:gdLst>
              <a:gd name="connsiteX0" fmla="*/ 5147268 w 7430219"/>
              <a:gd name="connsiteY0" fmla="*/ 0 h 5742345"/>
              <a:gd name="connsiteX1" fmla="*/ 7430219 w 7430219"/>
              <a:gd name="connsiteY1" fmla="*/ 0 h 5742345"/>
              <a:gd name="connsiteX2" fmla="*/ 7430219 w 7430219"/>
              <a:gd name="connsiteY2" fmla="*/ 5742345 h 5742345"/>
              <a:gd name="connsiteX3" fmla="*/ 5147268 w 7430219"/>
              <a:gd name="connsiteY3" fmla="*/ 5742345 h 5742345"/>
              <a:gd name="connsiteX4" fmla="*/ 5147268 w 7430219"/>
              <a:gd name="connsiteY4" fmla="*/ 5741896 h 5742345"/>
              <a:gd name="connsiteX5" fmla="*/ 4840505 w 7430219"/>
              <a:gd name="connsiteY5" fmla="*/ 5741896 h 5742345"/>
              <a:gd name="connsiteX6" fmla="*/ 2136436 w 7430219"/>
              <a:gd name="connsiteY6" fmla="*/ 5741896 h 5742345"/>
              <a:gd name="connsiteX7" fmla="*/ 306395 w 7430219"/>
              <a:gd name="connsiteY7" fmla="*/ 5741896 h 5742345"/>
              <a:gd name="connsiteX8" fmla="*/ 0 w 7430219"/>
              <a:gd name="connsiteY8" fmla="*/ 5435501 h 5742345"/>
              <a:gd name="connsiteX9" fmla="*/ 0 w 7430219"/>
              <a:gd name="connsiteY9" fmla="*/ 306845 h 5742345"/>
              <a:gd name="connsiteX10" fmla="*/ 306395 w 7430219"/>
              <a:gd name="connsiteY10" fmla="*/ 451 h 5742345"/>
              <a:gd name="connsiteX11" fmla="*/ 2136436 w 7430219"/>
              <a:gd name="connsiteY11" fmla="*/ 451 h 5742345"/>
              <a:gd name="connsiteX12" fmla="*/ 4840505 w 7430219"/>
              <a:gd name="connsiteY12" fmla="*/ 451 h 5742345"/>
              <a:gd name="connsiteX13" fmla="*/ 5147268 w 7430219"/>
              <a:gd name="connsiteY13" fmla="*/ 451 h 574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30219" h="5742345">
                <a:moveTo>
                  <a:pt x="5147268" y="0"/>
                </a:moveTo>
                <a:lnTo>
                  <a:pt x="7430219" y="0"/>
                </a:lnTo>
                <a:lnTo>
                  <a:pt x="7430219" y="5742345"/>
                </a:lnTo>
                <a:lnTo>
                  <a:pt x="5147268" y="5742345"/>
                </a:lnTo>
                <a:lnTo>
                  <a:pt x="5147268" y="5741896"/>
                </a:lnTo>
                <a:lnTo>
                  <a:pt x="4840505" y="5741896"/>
                </a:lnTo>
                <a:lnTo>
                  <a:pt x="2136436" y="5741896"/>
                </a:lnTo>
                <a:lnTo>
                  <a:pt x="306395" y="5741896"/>
                </a:lnTo>
                <a:cubicBezTo>
                  <a:pt x="137177" y="5741896"/>
                  <a:pt x="0" y="5604718"/>
                  <a:pt x="0" y="5435501"/>
                </a:cubicBezTo>
                <a:lnTo>
                  <a:pt x="0" y="306845"/>
                </a:lnTo>
                <a:cubicBezTo>
                  <a:pt x="0" y="137629"/>
                  <a:pt x="137177" y="451"/>
                  <a:pt x="306395" y="451"/>
                </a:cubicBezTo>
                <a:lnTo>
                  <a:pt x="2136436" y="451"/>
                </a:lnTo>
                <a:lnTo>
                  <a:pt x="4840505" y="451"/>
                </a:lnTo>
                <a:lnTo>
                  <a:pt x="5147268" y="451"/>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4" name="Slide Number Placeholder 3">
            <a:extLst>
              <a:ext uri="{FF2B5EF4-FFF2-40B4-BE49-F238E27FC236}">
                <a16:creationId xmlns:a16="http://schemas.microsoft.com/office/drawing/2014/main" id="{0AD0E272-9668-C850-34DC-A513583C7584}"/>
              </a:ext>
            </a:extLst>
          </p:cNvPr>
          <p:cNvSpPr>
            <a:spLocks noGrp="1"/>
          </p:cNvSpPr>
          <p:nvPr>
            <p:ph type="sldNum" sz="quarter" idx="16"/>
          </p:nvPr>
        </p:nvSpPr>
        <p:spPr/>
        <p:txBody>
          <a:bodyPr/>
          <a:lstStyle/>
          <a:p>
            <a:fld id="{CC057153-B650-4DEB-B370-79DDCFDCE934}" type="slidenum">
              <a:rPr lang="en-US" smtClean="0"/>
              <a:pPr/>
              <a:t>‹#›</a:t>
            </a:fld>
            <a:endParaRPr lang="en-US"/>
          </a:p>
        </p:txBody>
      </p:sp>
      <p:sp>
        <p:nvSpPr>
          <p:cNvPr id="3" name="Footer Placeholder 2">
            <a:extLst>
              <a:ext uri="{FF2B5EF4-FFF2-40B4-BE49-F238E27FC236}">
                <a16:creationId xmlns:a16="http://schemas.microsoft.com/office/drawing/2014/main" id="{017A0F1F-73F3-2520-20AE-D12609A0BFCA}"/>
              </a:ext>
            </a:extLst>
          </p:cNvPr>
          <p:cNvSpPr>
            <a:spLocks noGrp="1"/>
          </p:cNvSpPr>
          <p:nvPr>
            <p:ph type="ftr" sz="quarter" idx="15"/>
          </p:nvPr>
        </p:nvSpPr>
        <p:spPr/>
        <p:txBody>
          <a:bodyPr/>
          <a:lstStyle/>
          <a:p>
            <a:r>
              <a:rPr lang="en-US"/>
              <a:t>Sample Footer Text</a:t>
            </a:r>
          </a:p>
        </p:txBody>
      </p:sp>
    </p:spTree>
    <p:extLst>
      <p:ext uri="{BB962C8B-B14F-4D97-AF65-F5344CB8AC3E}">
        <p14:creationId xmlns:p14="http://schemas.microsoft.com/office/powerpoint/2010/main" val="4022178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E8CFBFA6-C829-7A77-B370-475C5143C762}"/>
              </a:ext>
            </a:extLst>
          </p:cNvPr>
          <p:cNvSpPr>
            <a:spLocks noGrp="1"/>
          </p:cNvSpPr>
          <p:nvPr>
            <p:ph type="pic" sz="quarter" idx="13"/>
          </p:nvPr>
        </p:nvSpPr>
        <p:spPr>
          <a:xfrm>
            <a:off x="0" y="500719"/>
            <a:ext cx="7781365" cy="5861304"/>
          </a:xfrm>
          <a:custGeom>
            <a:avLst/>
            <a:gdLst>
              <a:gd name="connsiteX0" fmla="*/ 0 w 7781365"/>
              <a:gd name="connsiteY0" fmla="*/ 0 h 5861304"/>
              <a:gd name="connsiteX1" fmla="*/ 197221 w 7781365"/>
              <a:gd name="connsiteY1" fmla="*/ 0 h 5861304"/>
              <a:gd name="connsiteX2" fmla="*/ 2005781 w 7781365"/>
              <a:gd name="connsiteY2" fmla="*/ 0 h 5861304"/>
              <a:gd name="connsiteX3" fmla="*/ 2527466 w 7781365"/>
              <a:gd name="connsiteY3" fmla="*/ 0 h 5861304"/>
              <a:gd name="connsiteX4" fmla="*/ 2527466 w 7781365"/>
              <a:gd name="connsiteY4" fmla="*/ 460 h 5861304"/>
              <a:gd name="connsiteX5" fmla="*/ 2840584 w 7781365"/>
              <a:gd name="connsiteY5" fmla="*/ 460 h 5861304"/>
              <a:gd name="connsiteX6" fmla="*/ 5600671 w 7781365"/>
              <a:gd name="connsiteY6" fmla="*/ 460 h 5861304"/>
              <a:gd name="connsiteX7" fmla="*/ 7468623 w 7781365"/>
              <a:gd name="connsiteY7" fmla="*/ 460 h 5861304"/>
              <a:gd name="connsiteX8" fmla="*/ 7781365 w 7781365"/>
              <a:gd name="connsiteY8" fmla="*/ 313202 h 5861304"/>
              <a:gd name="connsiteX9" fmla="*/ 7781365 w 7781365"/>
              <a:gd name="connsiteY9" fmla="*/ 5548103 h 5861304"/>
              <a:gd name="connsiteX10" fmla="*/ 7468623 w 7781365"/>
              <a:gd name="connsiteY10" fmla="*/ 5860845 h 5861304"/>
              <a:gd name="connsiteX11" fmla="*/ 5600671 w 7781365"/>
              <a:gd name="connsiteY11" fmla="*/ 5860845 h 5861304"/>
              <a:gd name="connsiteX12" fmla="*/ 2840584 w 7781365"/>
              <a:gd name="connsiteY12" fmla="*/ 5860845 h 5861304"/>
              <a:gd name="connsiteX13" fmla="*/ 2527466 w 7781365"/>
              <a:gd name="connsiteY13" fmla="*/ 5860845 h 5861304"/>
              <a:gd name="connsiteX14" fmla="*/ 2527466 w 7781365"/>
              <a:gd name="connsiteY14" fmla="*/ 5861304 h 5861304"/>
              <a:gd name="connsiteX15" fmla="*/ 2005781 w 7781365"/>
              <a:gd name="connsiteY15" fmla="*/ 5861304 h 5861304"/>
              <a:gd name="connsiteX16" fmla="*/ 197221 w 7781365"/>
              <a:gd name="connsiteY16" fmla="*/ 5861304 h 5861304"/>
              <a:gd name="connsiteX17" fmla="*/ 0 w 7781365"/>
              <a:gd name="connsiteY17"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1365" h="5861304">
                <a:moveTo>
                  <a:pt x="0" y="0"/>
                </a:moveTo>
                <a:lnTo>
                  <a:pt x="197221" y="0"/>
                </a:lnTo>
                <a:lnTo>
                  <a:pt x="2005781" y="0"/>
                </a:lnTo>
                <a:lnTo>
                  <a:pt x="2527466" y="0"/>
                </a:lnTo>
                <a:lnTo>
                  <a:pt x="2527466" y="460"/>
                </a:lnTo>
                <a:lnTo>
                  <a:pt x="2840584" y="460"/>
                </a:lnTo>
                <a:lnTo>
                  <a:pt x="5600671" y="460"/>
                </a:lnTo>
                <a:lnTo>
                  <a:pt x="7468623" y="460"/>
                </a:lnTo>
                <a:cubicBezTo>
                  <a:pt x="7641346" y="460"/>
                  <a:pt x="7781365" y="140480"/>
                  <a:pt x="7781365" y="313202"/>
                </a:cubicBezTo>
                <a:lnTo>
                  <a:pt x="7781365" y="5548103"/>
                </a:lnTo>
                <a:cubicBezTo>
                  <a:pt x="7781365" y="5720826"/>
                  <a:pt x="7641346" y="5860845"/>
                  <a:pt x="7468623" y="5860845"/>
                </a:cubicBezTo>
                <a:lnTo>
                  <a:pt x="5600671" y="5860845"/>
                </a:lnTo>
                <a:lnTo>
                  <a:pt x="2840584" y="5860845"/>
                </a:lnTo>
                <a:lnTo>
                  <a:pt x="2527466" y="5860845"/>
                </a:lnTo>
                <a:lnTo>
                  <a:pt x="2527466" y="5861304"/>
                </a:lnTo>
                <a:lnTo>
                  <a:pt x="2005781" y="5861304"/>
                </a:lnTo>
                <a:lnTo>
                  <a:pt x="197221" y="5861304"/>
                </a:lnTo>
                <a:lnTo>
                  <a:pt x="0" y="5861304"/>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Tree>
    <p:extLst>
      <p:ext uri="{BB962C8B-B14F-4D97-AF65-F5344CB8AC3E}">
        <p14:creationId xmlns:p14="http://schemas.microsoft.com/office/powerpoint/2010/main" val="1162612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012268"/>
            <a:ext cx="3739896" cy="1390330"/>
          </a:xfrm>
        </p:spPr>
        <p:txBody>
          <a:bodyPr anchor="t">
            <a:noAutofit/>
          </a:bodyPr>
          <a:lstStyle>
            <a:lvl1pPr>
              <a:defRPr sz="4000"/>
            </a:lvl1pPr>
          </a:lstStyle>
          <a:p>
            <a:r>
              <a:rPr lang="en-US"/>
              <a:t>Click to edit Master title style</a:t>
            </a:r>
          </a:p>
        </p:txBody>
      </p:sp>
      <p:sp>
        <p:nvSpPr>
          <p:cNvPr id="5" name="Picture Placeholder 4">
            <a:extLst>
              <a:ext uri="{FF2B5EF4-FFF2-40B4-BE49-F238E27FC236}">
                <a16:creationId xmlns:a16="http://schemas.microsoft.com/office/drawing/2014/main" id="{39D96E9E-DFC6-985A-1AB3-900A281D1A04}"/>
              </a:ext>
            </a:extLst>
          </p:cNvPr>
          <p:cNvSpPr>
            <a:spLocks noGrp="1"/>
          </p:cNvSpPr>
          <p:nvPr>
            <p:ph type="pic" sz="quarter" idx="13"/>
          </p:nvPr>
        </p:nvSpPr>
        <p:spPr>
          <a:xfrm>
            <a:off x="1" y="563826"/>
            <a:ext cx="11002361" cy="4071307"/>
          </a:xfrm>
          <a:custGeom>
            <a:avLst/>
            <a:gdLst>
              <a:gd name="connsiteX0" fmla="*/ 0 w 11002361"/>
              <a:gd name="connsiteY0" fmla="*/ 0 h 4071307"/>
              <a:gd name="connsiteX1" fmla="*/ 9220200 w 11002361"/>
              <a:gd name="connsiteY1" fmla="*/ 0 h 4071307"/>
              <a:gd name="connsiteX2" fmla="*/ 9220200 w 11002361"/>
              <a:gd name="connsiteY2" fmla="*/ 1 h 4071307"/>
              <a:gd name="connsiteX3" fmla="*/ 10695675 w 11002361"/>
              <a:gd name="connsiteY3" fmla="*/ 1 h 4071307"/>
              <a:gd name="connsiteX4" fmla="*/ 11002361 w 11002361"/>
              <a:gd name="connsiteY4" fmla="*/ 306687 h 4071307"/>
              <a:gd name="connsiteX5" fmla="*/ 11002361 w 11002361"/>
              <a:gd name="connsiteY5" fmla="*/ 3784866 h 4071307"/>
              <a:gd name="connsiteX6" fmla="*/ 10815051 w 11002361"/>
              <a:gd name="connsiteY6" fmla="*/ 4067451 h 4071307"/>
              <a:gd name="connsiteX7" fmla="*/ 10802629 w 11002361"/>
              <a:gd name="connsiteY7" fmla="*/ 4071307 h 4071307"/>
              <a:gd name="connsiteX8" fmla="*/ 0 w 11002361"/>
              <a:gd name="connsiteY8" fmla="*/ 4071307 h 40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02361" h="4071307">
                <a:moveTo>
                  <a:pt x="0" y="0"/>
                </a:moveTo>
                <a:lnTo>
                  <a:pt x="9220200" y="0"/>
                </a:lnTo>
                <a:lnTo>
                  <a:pt x="9220200" y="1"/>
                </a:lnTo>
                <a:lnTo>
                  <a:pt x="10695675" y="1"/>
                </a:lnTo>
                <a:cubicBezTo>
                  <a:pt x="10865053" y="1"/>
                  <a:pt x="11002361" y="137309"/>
                  <a:pt x="11002361" y="306687"/>
                </a:cubicBezTo>
                <a:lnTo>
                  <a:pt x="11002361" y="3784866"/>
                </a:lnTo>
                <a:cubicBezTo>
                  <a:pt x="11002361" y="3911900"/>
                  <a:pt x="10925125" y="4020894"/>
                  <a:pt x="10815051" y="4067451"/>
                </a:cubicBezTo>
                <a:lnTo>
                  <a:pt x="10802629" y="4071307"/>
                </a:lnTo>
                <a:lnTo>
                  <a:pt x="0" y="4071307"/>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37786418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4162318"/>
            <a:ext cx="2953618" cy="1892808"/>
          </a:xfrm>
        </p:spPr>
        <p:txBody>
          <a:bodyPr anchor="t">
            <a:normAutofit/>
          </a:bodyPr>
          <a:lstStyle>
            <a:lvl1pPr>
              <a:defRPr sz="4000"/>
            </a:lvl1pPr>
          </a:lstStyle>
          <a:p>
            <a:r>
              <a:rPr lang="en-US"/>
              <a:t>Click to edit Master title style</a:t>
            </a:r>
          </a:p>
        </p:txBody>
      </p:sp>
      <p:sp>
        <p:nvSpPr>
          <p:cNvPr id="9" name="Picture Placeholder 8">
            <a:extLst>
              <a:ext uri="{FF2B5EF4-FFF2-40B4-BE49-F238E27FC236}">
                <a16:creationId xmlns:a16="http://schemas.microsoft.com/office/drawing/2014/main" id="{6A66EB8D-4883-CF33-FB2A-FA4B7CE045D4}"/>
              </a:ext>
            </a:extLst>
          </p:cNvPr>
          <p:cNvSpPr>
            <a:spLocks noGrp="1"/>
          </p:cNvSpPr>
          <p:nvPr>
            <p:ph type="pic" sz="quarter" idx="13"/>
          </p:nvPr>
        </p:nvSpPr>
        <p:spPr>
          <a:xfrm>
            <a:off x="1" y="0"/>
            <a:ext cx="10869559" cy="3778270"/>
          </a:xfrm>
          <a:custGeom>
            <a:avLst/>
            <a:gdLst>
              <a:gd name="connsiteX0" fmla="*/ 0 w 10869559"/>
              <a:gd name="connsiteY0" fmla="*/ 0 h 3778270"/>
              <a:gd name="connsiteX1" fmla="*/ 663675 w 10869559"/>
              <a:gd name="connsiteY1" fmla="*/ 0 h 3778270"/>
              <a:gd name="connsiteX2" fmla="*/ 1592826 w 10869559"/>
              <a:gd name="connsiteY2" fmla="*/ 0 h 3778270"/>
              <a:gd name="connsiteX3" fmla="*/ 9216411 w 10869559"/>
              <a:gd name="connsiteY3" fmla="*/ 0 h 3778270"/>
              <a:gd name="connsiteX4" fmla="*/ 9216411 w 10869559"/>
              <a:gd name="connsiteY4" fmla="*/ 1 h 3778270"/>
              <a:gd name="connsiteX5" fmla="*/ 10585074 w 10869559"/>
              <a:gd name="connsiteY5" fmla="*/ 1 h 3778270"/>
              <a:gd name="connsiteX6" fmla="*/ 10869559 w 10869559"/>
              <a:gd name="connsiteY6" fmla="*/ 284486 h 3778270"/>
              <a:gd name="connsiteX7" fmla="*/ 10869559 w 10869559"/>
              <a:gd name="connsiteY7" fmla="*/ 3510875 h 3778270"/>
              <a:gd name="connsiteX8" fmla="*/ 10695808 w 10869559"/>
              <a:gd name="connsiteY8" fmla="*/ 3773003 h 3778270"/>
              <a:gd name="connsiteX9" fmla="*/ 10678840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663675" y="0"/>
                </a:lnTo>
                <a:lnTo>
                  <a:pt x="1592826" y="0"/>
                </a:lnTo>
                <a:lnTo>
                  <a:pt x="9216411" y="0"/>
                </a:lnTo>
                <a:lnTo>
                  <a:pt x="9216411" y="1"/>
                </a:lnTo>
                <a:lnTo>
                  <a:pt x="10585074" y="1"/>
                </a:lnTo>
                <a:cubicBezTo>
                  <a:pt x="10742191" y="1"/>
                  <a:pt x="10869559" y="127369"/>
                  <a:pt x="10869559" y="284486"/>
                </a:cubicBezTo>
                <a:lnTo>
                  <a:pt x="10869559" y="3510875"/>
                </a:lnTo>
                <a:cubicBezTo>
                  <a:pt x="10869559" y="3628712"/>
                  <a:pt x="10797914" y="3729816"/>
                  <a:pt x="10695808" y="3773003"/>
                </a:cubicBezTo>
                <a:lnTo>
                  <a:pt x="10678840" y="3778270"/>
                </a:lnTo>
                <a:lnTo>
                  <a:pt x="0" y="3778270"/>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21927249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2953618" cy="1892808"/>
          </a:xfrm>
        </p:spPr>
        <p:txBody>
          <a:bodyPr anchor="t">
            <a:no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48640"/>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C12E0B2E-508E-234D-B0A0-9E5ED494E568}"/>
              </a:ext>
            </a:extLst>
          </p:cNvPr>
          <p:cNvSpPr>
            <a:spLocks noGrp="1"/>
          </p:cNvSpPr>
          <p:nvPr>
            <p:ph type="pic" sz="quarter" idx="13"/>
          </p:nvPr>
        </p:nvSpPr>
        <p:spPr>
          <a:xfrm>
            <a:off x="1" y="3079730"/>
            <a:ext cx="10869559" cy="3778270"/>
          </a:xfrm>
          <a:custGeom>
            <a:avLst/>
            <a:gdLst>
              <a:gd name="connsiteX0" fmla="*/ 0 w 10869559"/>
              <a:gd name="connsiteY0" fmla="*/ 0 h 3778270"/>
              <a:gd name="connsiteX1" fmla="*/ 10678837 w 10869559"/>
              <a:gd name="connsiteY1" fmla="*/ 0 h 3778270"/>
              <a:gd name="connsiteX2" fmla="*/ 10695808 w 10869559"/>
              <a:gd name="connsiteY2" fmla="*/ 5268 h 3778270"/>
              <a:gd name="connsiteX3" fmla="*/ 10869559 w 10869559"/>
              <a:gd name="connsiteY3" fmla="*/ 267397 h 3778270"/>
              <a:gd name="connsiteX4" fmla="*/ 10869559 w 10869559"/>
              <a:gd name="connsiteY4" fmla="*/ 3493786 h 3778270"/>
              <a:gd name="connsiteX5" fmla="*/ 10585074 w 10869559"/>
              <a:gd name="connsiteY5" fmla="*/ 3778270 h 3778270"/>
              <a:gd name="connsiteX6" fmla="*/ 9216411 w 10869559"/>
              <a:gd name="connsiteY6" fmla="*/ 3778270 h 3778270"/>
              <a:gd name="connsiteX7" fmla="*/ 7808345 w 10869559"/>
              <a:gd name="connsiteY7" fmla="*/ 3778270 h 3778270"/>
              <a:gd name="connsiteX8" fmla="*/ 1592826 w 10869559"/>
              <a:gd name="connsiteY8" fmla="*/ 3778270 h 3778270"/>
              <a:gd name="connsiteX9" fmla="*/ 663675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10678837" y="0"/>
                </a:lnTo>
                <a:lnTo>
                  <a:pt x="10695808" y="5268"/>
                </a:lnTo>
                <a:cubicBezTo>
                  <a:pt x="10797914" y="48455"/>
                  <a:pt x="10869559" y="149559"/>
                  <a:pt x="10869559" y="267397"/>
                </a:cubicBezTo>
                <a:lnTo>
                  <a:pt x="10869559" y="3493786"/>
                </a:lnTo>
                <a:cubicBezTo>
                  <a:pt x="10869559" y="3650902"/>
                  <a:pt x="10742191" y="3778270"/>
                  <a:pt x="10585074" y="3778270"/>
                </a:cubicBezTo>
                <a:lnTo>
                  <a:pt x="9216411" y="3778270"/>
                </a:lnTo>
                <a:lnTo>
                  <a:pt x="7808345" y="3778270"/>
                </a:lnTo>
                <a:lnTo>
                  <a:pt x="1592826" y="3778270"/>
                </a:lnTo>
                <a:lnTo>
                  <a:pt x="663675" y="3778270"/>
                </a:lnTo>
                <a:lnTo>
                  <a:pt x="0" y="3778270"/>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04172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972802" cy="969264"/>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F75E0554-AFC0-6021-9659-FB67DE75B152}"/>
              </a:ext>
            </a:extLst>
          </p:cNvPr>
          <p:cNvSpPr>
            <a:spLocks noGrp="1"/>
          </p:cNvSpPr>
          <p:nvPr>
            <p:ph type="pic" sz="quarter" idx="13"/>
          </p:nvPr>
        </p:nvSpPr>
        <p:spPr>
          <a:xfrm>
            <a:off x="612645" y="1828800"/>
            <a:ext cx="6172200" cy="4425696"/>
          </a:xfrm>
          <a:custGeom>
            <a:avLst/>
            <a:gdLst>
              <a:gd name="connsiteX0" fmla="*/ 1528012 w 6172200"/>
              <a:gd name="connsiteY0" fmla="*/ 0 h 4425696"/>
              <a:gd name="connsiteX1" fmla="*/ 5795884 w 6172200"/>
              <a:gd name="connsiteY1" fmla="*/ 0 h 4425696"/>
              <a:gd name="connsiteX2" fmla="*/ 6164556 w 6172200"/>
              <a:gd name="connsiteY2" fmla="*/ 300476 h 4425696"/>
              <a:gd name="connsiteX3" fmla="*/ 6172200 w 6172200"/>
              <a:gd name="connsiteY3" fmla="*/ 376308 h 4425696"/>
              <a:gd name="connsiteX4" fmla="*/ 6172200 w 6172200"/>
              <a:gd name="connsiteY4" fmla="*/ 4049388 h 4425696"/>
              <a:gd name="connsiteX5" fmla="*/ 6164556 w 6172200"/>
              <a:gd name="connsiteY5" fmla="*/ 4125220 h 4425696"/>
              <a:gd name="connsiteX6" fmla="*/ 5795884 w 6172200"/>
              <a:gd name="connsiteY6" fmla="*/ 4425696 h 4425696"/>
              <a:gd name="connsiteX7" fmla="*/ 4644199 w 6172200"/>
              <a:gd name="connsiteY7" fmla="*/ 4425696 h 4425696"/>
              <a:gd name="connsiteX8" fmla="*/ 376307 w 6172200"/>
              <a:gd name="connsiteY8" fmla="*/ 4425696 h 4425696"/>
              <a:gd name="connsiteX9" fmla="*/ 300476 w 6172200"/>
              <a:gd name="connsiteY9" fmla="*/ 4418052 h 4425696"/>
              <a:gd name="connsiteX10" fmla="*/ 0 w 6172200"/>
              <a:gd name="connsiteY10" fmla="*/ 4049380 h 4425696"/>
              <a:gd name="connsiteX11" fmla="*/ 0 w 6172200"/>
              <a:gd name="connsiteY11" fmla="*/ 376318 h 4425696"/>
              <a:gd name="connsiteX12" fmla="*/ 376317 w 6172200"/>
              <a:gd name="connsiteY12" fmla="*/ 1 h 4425696"/>
              <a:gd name="connsiteX13" fmla="*/ 1528002 w 6172200"/>
              <a:gd name="connsiteY13" fmla="*/ 1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72200" h="4425696">
                <a:moveTo>
                  <a:pt x="1528012" y="0"/>
                </a:moveTo>
                <a:lnTo>
                  <a:pt x="5795884" y="0"/>
                </a:lnTo>
                <a:cubicBezTo>
                  <a:pt x="5977739" y="0"/>
                  <a:pt x="6129466" y="128995"/>
                  <a:pt x="6164556" y="300476"/>
                </a:cubicBezTo>
                <a:lnTo>
                  <a:pt x="6172200" y="376308"/>
                </a:lnTo>
                <a:lnTo>
                  <a:pt x="6172200" y="4049388"/>
                </a:lnTo>
                <a:lnTo>
                  <a:pt x="6164556" y="4125220"/>
                </a:lnTo>
                <a:cubicBezTo>
                  <a:pt x="6129466" y="4296701"/>
                  <a:pt x="5977739" y="4425696"/>
                  <a:pt x="5795884" y="4425696"/>
                </a:cubicBezTo>
                <a:lnTo>
                  <a:pt x="4644199" y="4425696"/>
                </a:lnTo>
                <a:lnTo>
                  <a:pt x="376307" y="4425696"/>
                </a:lnTo>
                <a:lnTo>
                  <a:pt x="300476" y="4418052"/>
                </a:lnTo>
                <a:cubicBezTo>
                  <a:pt x="128995" y="4382962"/>
                  <a:pt x="0" y="4231235"/>
                  <a:pt x="0" y="4049380"/>
                </a:cubicBezTo>
                <a:lnTo>
                  <a:pt x="0" y="376318"/>
                </a:lnTo>
                <a:cubicBezTo>
                  <a:pt x="0" y="168484"/>
                  <a:pt x="168483" y="1"/>
                  <a:pt x="376317" y="1"/>
                </a:cubicBezTo>
                <a:lnTo>
                  <a:pt x="1528002" y="1"/>
                </a:ln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11076936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39"/>
            <a:ext cx="4672584" cy="1453896"/>
          </a:xfrm>
        </p:spPr>
        <p:txBody>
          <a:bodyPr>
            <a:normAutofit/>
          </a:bodyPr>
          <a:lstStyle>
            <a:lvl1pPr>
              <a:defRPr sz="3600"/>
            </a:lvl1pPr>
          </a:lstStyle>
          <a:p>
            <a:r>
              <a:rPr lang="en-US"/>
              <a:t>Click to edit Master title style</a:t>
            </a:r>
          </a:p>
        </p:txBody>
      </p:sp>
      <p:sp>
        <p:nvSpPr>
          <p:cNvPr id="4" name="Picture Placeholder 3">
            <a:extLst>
              <a:ext uri="{FF2B5EF4-FFF2-40B4-BE49-F238E27FC236}">
                <a16:creationId xmlns:a16="http://schemas.microsoft.com/office/drawing/2014/main" id="{DA87B29A-8A7E-03FA-CAE4-603D4A7507E8}"/>
              </a:ext>
            </a:extLst>
          </p:cNvPr>
          <p:cNvSpPr>
            <a:spLocks noGrp="1"/>
          </p:cNvSpPr>
          <p:nvPr>
            <p:ph type="pic" sz="quarter" idx="13"/>
          </p:nvPr>
        </p:nvSpPr>
        <p:spPr>
          <a:xfrm>
            <a:off x="580644" y="2290890"/>
            <a:ext cx="4672584" cy="4041648"/>
          </a:xfrm>
          <a:custGeom>
            <a:avLst/>
            <a:gdLst>
              <a:gd name="connsiteX0" fmla="*/ 343661 w 4672584"/>
              <a:gd name="connsiteY0" fmla="*/ 0 h 4041648"/>
              <a:gd name="connsiteX1" fmla="*/ 4328923 w 4672584"/>
              <a:gd name="connsiteY1" fmla="*/ 0 h 4041648"/>
              <a:gd name="connsiteX2" fmla="*/ 4672584 w 4672584"/>
              <a:gd name="connsiteY2" fmla="*/ 343661 h 4041648"/>
              <a:gd name="connsiteX3" fmla="*/ 4672584 w 4672584"/>
              <a:gd name="connsiteY3" fmla="*/ 3697987 h 4041648"/>
              <a:gd name="connsiteX4" fmla="*/ 4328923 w 4672584"/>
              <a:gd name="connsiteY4" fmla="*/ 4041648 h 4041648"/>
              <a:gd name="connsiteX5" fmla="*/ 343661 w 4672584"/>
              <a:gd name="connsiteY5" fmla="*/ 4041648 h 4041648"/>
              <a:gd name="connsiteX6" fmla="*/ 0 w 4672584"/>
              <a:gd name="connsiteY6" fmla="*/ 3697987 h 4041648"/>
              <a:gd name="connsiteX7" fmla="*/ 0 w 4672584"/>
              <a:gd name="connsiteY7" fmla="*/ 343661 h 4041648"/>
              <a:gd name="connsiteX8" fmla="*/ 343661 w 4672584"/>
              <a:gd name="connsiteY8"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72584" h="4041648">
                <a:moveTo>
                  <a:pt x="343661" y="0"/>
                </a:moveTo>
                <a:lnTo>
                  <a:pt x="4328923" y="0"/>
                </a:lnTo>
                <a:cubicBezTo>
                  <a:pt x="4518722" y="0"/>
                  <a:pt x="4672584" y="153862"/>
                  <a:pt x="4672584" y="343661"/>
                </a:cubicBezTo>
                <a:lnTo>
                  <a:pt x="4672584" y="3697987"/>
                </a:lnTo>
                <a:cubicBezTo>
                  <a:pt x="4672584" y="3887786"/>
                  <a:pt x="4518722" y="4041648"/>
                  <a:pt x="4328923" y="4041648"/>
                </a:cubicBezTo>
                <a:lnTo>
                  <a:pt x="343661" y="4041648"/>
                </a:lnTo>
                <a:cubicBezTo>
                  <a:pt x="153862" y="4041648"/>
                  <a:pt x="0" y="3887786"/>
                  <a:pt x="0" y="3697987"/>
                </a:cubicBezTo>
                <a:lnTo>
                  <a:pt x="0" y="343661"/>
                </a:lnTo>
                <a:cubicBezTo>
                  <a:pt x="0" y="153862"/>
                  <a:pt x="153862" y="0"/>
                  <a:pt x="343661" y="0"/>
                </a:cubicBezTo>
                <a:close/>
              </a:path>
            </a:pathLst>
          </a:custGeom>
          <a:blipFill dpi="0" rotWithShape="1">
            <a:blip r:embed="rId2">
              <a:alphaModFix amt="60000"/>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8249054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50217"/>
            <a:ext cx="3657603" cy="1453896"/>
          </a:xfrm>
        </p:spPr>
        <p:txBody>
          <a:bodyPr anchor="t">
            <a:normAutofit/>
          </a:bodyPr>
          <a:lstStyle>
            <a:lvl1pPr>
              <a:defRPr sz="3200"/>
            </a:lvl1pPr>
          </a:lstStyle>
          <a:p>
            <a:r>
              <a:rPr lang="en-US"/>
              <a:t>Click to edit Master title style</a:t>
            </a:r>
          </a:p>
        </p:txBody>
      </p:sp>
      <p:sp>
        <p:nvSpPr>
          <p:cNvPr id="4" name="Picture Placeholder 3">
            <a:extLst>
              <a:ext uri="{FF2B5EF4-FFF2-40B4-BE49-F238E27FC236}">
                <a16:creationId xmlns:a16="http://schemas.microsoft.com/office/drawing/2014/main" id="{B9836912-DF32-220D-916F-C27FCC1F8E82}"/>
              </a:ext>
            </a:extLst>
          </p:cNvPr>
          <p:cNvSpPr>
            <a:spLocks noGrp="1"/>
          </p:cNvSpPr>
          <p:nvPr>
            <p:ph type="pic" sz="quarter" idx="13"/>
          </p:nvPr>
        </p:nvSpPr>
        <p:spPr>
          <a:xfrm>
            <a:off x="632353" y="2295144"/>
            <a:ext cx="3490176" cy="4041648"/>
          </a:xfrm>
          <a:custGeom>
            <a:avLst/>
            <a:gdLst>
              <a:gd name="connsiteX0" fmla="*/ 297009 w 3490176"/>
              <a:gd name="connsiteY0" fmla="*/ 0 h 4041648"/>
              <a:gd name="connsiteX1" fmla="*/ 3195997 w 3490176"/>
              <a:gd name="connsiteY1" fmla="*/ 0 h 4041648"/>
              <a:gd name="connsiteX2" fmla="*/ 3486973 w 3490176"/>
              <a:gd name="connsiteY2" fmla="*/ 237152 h 4041648"/>
              <a:gd name="connsiteX3" fmla="*/ 3490176 w 3490176"/>
              <a:gd name="connsiteY3" fmla="*/ 268927 h 4041648"/>
              <a:gd name="connsiteX4" fmla="*/ 3490176 w 3490176"/>
              <a:gd name="connsiteY4" fmla="*/ 3772721 h 4041648"/>
              <a:gd name="connsiteX5" fmla="*/ 3486973 w 3490176"/>
              <a:gd name="connsiteY5" fmla="*/ 3804496 h 4041648"/>
              <a:gd name="connsiteX6" fmla="*/ 3195997 w 3490176"/>
              <a:gd name="connsiteY6" fmla="*/ 4041648 h 4041648"/>
              <a:gd name="connsiteX7" fmla="*/ 297009 w 3490176"/>
              <a:gd name="connsiteY7" fmla="*/ 4041648 h 4041648"/>
              <a:gd name="connsiteX8" fmla="*/ 6033 w 3490176"/>
              <a:gd name="connsiteY8" fmla="*/ 3804496 h 4041648"/>
              <a:gd name="connsiteX9" fmla="*/ 0 w 3490176"/>
              <a:gd name="connsiteY9" fmla="*/ 3744648 h 4041648"/>
              <a:gd name="connsiteX10" fmla="*/ 0 w 3490176"/>
              <a:gd name="connsiteY10" fmla="*/ 297000 h 4041648"/>
              <a:gd name="connsiteX11" fmla="*/ 6033 w 3490176"/>
              <a:gd name="connsiteY11" fmla="*/ 237152 h 4041648"/>
              <a:gd name="connsiteX12" fmla="*/ 297009 w 3490176"/>
              <a:gd name="connsiteY12"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90176" h="4041648">
                <a:moveTo>
                  <a:pt x="297009" y="0"/>
                </a:moveTo>
                <a:lnTo>
                  <a:pt x="3195997" y="0"/>
                </a:lnTo>
                <a:cubicBezTo>
                  <a:pt x="3339527" y="0"/>
                  <a:pt x="3459278" y="101810"/>
                  <a:pt x="3486973" y="237152"/>
                </a:cubicBezTo>
                <a:lnTo>
                  <a:pt x="3490176" y="268927"/>
                </a:lnTo>
                <a:lnTo>
                  <a:pt x="3490176" y="3772721"/>
                </a:lnTo>
                <a:lnTo>
                  <a:pt x="3486973" y="3804496"/>
                </a:lnTo>
                <a:cubicBezTo>
                  <a:pt x="3459278" y="3939839"/>
                  <a:pt x="3339527" y="4041648"/>
                  <a:pt x="3195997" y="4041648"/>
                </a:cubicBezTo>
                <a:lnTo>
                  <a:pt x="297009" y="4041648"/>
                </a:lnTo>
                <a:cubicBezTo>
                  <a:pt x="153479" y="4041648"/>
                  <a:pt x="33728" y="3939839"/>
                  <a:pt x="6033" y="3804496"/>
                </a:cubicBezTo>
                <a:lnTo>
                  <a:pt x="0" y="3744648"/>
                </a:lnTo>
                <a:lnTo>
                  <a:pt x="0" y="297000"/>
                </a:lnTo>
                <a:lnTo>
                  <a:pt x="6033" y="237152"/>
                </a:lnTo>
                <a:cubicBezTo>
                  <a:pt x="33728" y="101810"/>
                  <a:pt x="153479" y="0"/>
                  <a:pt x="2970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25618783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48640" y="4718304"/>
            <a:ext cx="5897880" cy="1353312"/>
          </a:xfrm>
        </p:spPr>
        <p:txBody>
          <a:bodyPr>
            <a:normAutofit/>
          </a:bodyPr>
          <a:lstStyle>
            <a:lvl1pPr>
              <a:lnSpc>
                <a:spcPct val="120000"/>
              </a:lnSpc>
              <a:defRPr sz="2400" b="0">
                <a:solidFill>
                  <a:schemeClr val="bg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8640" y="603503"/>
            <a:ext cx="10826496" cy="4334256"/>
          </a:xfrm>
        </p:spPr>
        <p:txBody>
          <a:bodyPr anchor="b">
            <a:normAutofit/>
          </a:bodyPr>
          <a:lstStyle>
            <a:lvl1pPr marL="0" indent="0">
              <a:lnSpc>
                <a:spcPct val="90000"/>
              </a:lnSpc>
              <a:spcBef>
                <a:spcPts val="0"/>
              </a:spcBef>
              <a:buNone/>
              <a:defRPr sz="30000" b="1" i="0">
                <a:solidFill>
                  <a:schemeClr val="bg1"/>
                </a:solidFill>
                <a:latin typeface="+mj-lt"/>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Tree>
    <p:extLst>
      <p:ext uri="{BB962C8B-B14F-4D97-AF65-F5344CB8AC3E}">
        <p14:creationId xmlns:p14="http://schemas.microsoft.com/office/powerpoint/2010/main" val="3030341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120640"/>
            <a:ext cx="7525512" cy="1545336"/>
          </a:xfrm>
        </p:spPr>
        <p:txBody>
          <a:bodyPr>
            <a:normAutofit/>
          </a:bodyPr>
          <a:lstStyle>
            <a:lvl1pPr algn="ctr">
              <a:lnSpc>
                <a:spcPct val="110000"/>
              </a:lnSpc>
              <a:defRPr sz="2400" b="0">
                <a:solidFill>
                  <a:schemeClr val="bg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09412"/>
            <a:ext cx="10543032" cy="4206240"/>
          </a:xfrm>
        </p:spPr>
        <p:txBody>
          <a:bodyPr anchor="b">
            <a:noAutofit/>
          </a:bodyPr>
          <a:lstStyle>
            <a:lvl1pPr marL="0" indent="0" algn="ctr">
              <a:lnSpc>
                <a:spcPct val="90000"/>
              </a:lnSpc>
              <a:buNone/>
              <a:defRPr sz="30000" b="1" i="0">
                <a:solidFill>
                  <a:schemeClr val="bg1"/>
                </a:solidFill>
                <a:latin typeface="+mj-lt"/>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Tree>
    <p:extLst>
      <p:ext uri="{BB962C8B-B14F-4D97-AF65-F5344CB8AC3E}">
        <p14:creationId xmlns:p14="http://schemas.microsoft.com/office/powerpoint/2010/main" val="27346784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4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i="0">
                <a:solidFill>
                  <a:schemeClr val="tx1"/>
                </a:solidFill>
                <a:latin typeface="+mj-lt"/>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922403660"/>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ctr">
            <a:noAutofit/>
          </a:bodyPr>
          <a:lstStyle>
            <a:lvl1pPr marL="0" indent="0">
              <a:lnSpc>
                <a:spcPct val="100000"/>
              </a:lnSpc>
              <a:buNone/>
              <a:defRPr sz="5400" b="0" i="0">
                <a:solidFill>
                  <a:schemeClr val="bg1"/>
                </a:solidFill>
                <a:latin typeface="+mj-lt"/>
              </a:defRPr>
            </a:lvl1pPr>
            <a:lvl2pPr marL="228600" indent="0">
              <a:lnSpc>
                <a:spcPct val="100000"/>
              </a:lnSpc>
              <a:buNone/>
              <a:defRPr sz="4800" b="0" i="0">
                <a:solidFill>
                  <a:schemeClr val="bg1"/>
                </a:solidFill>
                <a:latin typeface="+mj-lt"/>
              </a:defRPr>
            </a:lvl2pPr>
            <a:lvl3pPr marL="457200" indent="0">
              <a:lnSpc>
                <a:spcPct val="100000"/>
              </a:lnSpc>
              <a:buNone/>
              <a:defRPr sz="4400" b="0" i="0">
                <a:solidFill>
                  <a:schemeClr val="bg1"/>
                </a:solidFill>
                <a:latin typeface="+mj-lt"/>
              </a:defRPr>
            </a:lvl3pPr>
            <a:lvl4pPr marL="685800" indent="0">
              <a:lnSpc>
                <a:spcPct val="100000"/>
              </a:lnSpc>
              <a:buNone/>
              <a:defRPr sz="4000" b="0" i="0">
                <a:solidFill>
                  <a:schemeClr val="bg1"/>
                </a:solidFill>
                <a:latin typeface="+mj-lt"/>
              </a:defRPr>
            </a:lvl4pPr>
            <a:lvl5pPr marL="914400" indent="0">
              <a:lnSpc>
                <a:spcPct val="100000"/>
              </a:lnSpc>
              <a:buNone/>
              <a:defRPr sz="3600" b="0" i="0">
                <a:solidFill>
                  <a:schemeClr val="bg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Tree>
    <p:extLst>
      <p:ext uri="{BB962C8B-B14F-4D97-AF65-F5344CB8AC3E}">
        <p14:creationId xmlns:p14="http://schemas.microsoft.com/office/powerpoint/2010/main" val="18480675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1929384"/>
            <a:ext cx="8266176" cy="4142232"/>
          </a:xfrm>
        </p:spPr>
        <p:txBody>
          <a:bodyPr anchor="b">
            <a:noAutofit/>
          </a:bodyPr>
          <a:lstStyle>
            <a:lvl1pPr marL="0" indent="0">
              <a:lnSpc>
                <a:spcPct val="100000"/>
              </a:lnSpc>
              <a:buNone/>
              <a:defRPr sz="5000" b="0" i="0">
                <a:solidFill>
                  <a:schemeClr val="accent1"/>
                </a:solidFill>
                <a:latin typeface="+mj-lt"/>
              </a:defRPr>
            </a:lvl1pPr>
            <a:lvl2pPr marL="228600" indent="0">
              <a:lnSpc>
                <a:spcPct val="100000"/>
              </a:lnSpc>
              <a:buNone/>
              <a:defRPr sz="4400" b="0" i="0">
                <a:solidFill>
                  <a:schemeClr val="accent1"/>
                </a:solidFill>
                <a:latin typeface="+mj-lt"/>
              </a:defRPr>
            </a:lvl2pPr>
            <a:lvl3pPr marL="457200" indent="0">
              <a:lnSpc>
                <a:spcPct val="100000"/>
              </a:lnSpc>
              <a:buNone/>
              <a:defRPr sz="4000" b="0" i="0">
                <a:solidFill>
                  <a:schemeClr val="accent1"/>
                </a:solidFill>
                <a:latin typeface="+mj-lt"/>
              </a:defRPr>
            </a:lvl3pPr>
            <a:lvl4pPr marL="685800" indent="0">
              <a:lnSpc>
                <a:spcPct val="100000"/>
              </a:lnSpc>
              <a:buNone/>
              <a:defRPr sz="3600" b="0" i="0">
                <a:solidFill>
                  <a:schemeClr val="accent1"/>
                </a:solidFill>
                <a:latin typeface="+mj-lt"/>
              </a:defRPr>
            </a:lvl4pPr>
            <a:lvl5pPr marL="914400" indent="0">
              <a:lnSpc>
                <a:spcPct val="100000"/>
              </a:lnSpc>
              <a:buNone/>
              <a:defRPr sz="3200" b="0" i="0">
                <a:solidFill>
                  <a:schemeClr val="accent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25332426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t">
            <a:noAutofit/>
          </a:bodyPr>
          <a:lstStyle>
            <a:lvl1pPr marL="0" indent="0">
              <a:lnSpc>
                <a:spcPct val="100000"/>
              </a:lnSpc>
              <a:buNone/>
              <a:defRPr sz="5000" b="0" i="0">
                <a:latin typeface="+mj-lt"/>
              </a:defRPr>
            </a:lvl1pPr>
            <a:lvl2pPr marL="228600" indent="0">
              <a:lnSpc>
                <a:spcPct val="100000"/>
              </a:lnSpc>
              <a:buNone/>
              <a:defRPr sz="4400" b="0" i="0">
                <a:latin typeface="+mj-lt"/>
              </a:defRPr>
            </a:lvl2pPr>
            <a:lvl3pPr marL="457200" indent="0">
              <a:lnSpc>
                <a:spcPct val="100000"/>
              </a:lnSpc>
              <a:buNone/>
              <a:defRPr sz="4000" b="0" i="0">
                <a:latin typeface="+mj-lt"/>
              </a:defRPr>
            </a:lvl3pPr>
            <a:lvl4pPr marL="685800" indent="0">
              <a:lnSpc>
                <a:spcPct val="100000"/>
              </a:lnSpc>
              <a:buNone/>
              <a:defRPr sz="3600" b="0" i="0">
                <a:latin typeface="+mj-lt"/>
              </a:defRPr>
            </a:lvl4pPr>
            <a:lvl5pPr marL="914400" indent="0">
              <a:lnSpc>
                <a:spcPct val="100000"/>
              </a:lnSpc>
              <a:buNone/>
              <a:defRPr sz="3200" b="0" i="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24697183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10868" y="5196402"/>
            <a:ext cx="8970264" cy="466344"/>
          </a:xfrm>
        </p:spPr>
        <p:txBody>
          <a:bodyPr anchor="ctr">
            <a:noAutofit/>
          </a:bodyPr>
          <a:lstStyle>
            <a:lvl1pPr algn="ctr">
              <a:lnSpc>
                <a:spcPct val="120000"/>
              </a:lnSpc>
              <a:defRPr sz="24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6568" y="1188720"/>
            <a:ext cx="9198864" cy="3657600"/>
          </a:xfrm>
        </p:spPr>
        <p:txBody>
          <a:bodyPr anchor="ctr">
            <a:normAutofit/>
          </a:bodyPr>
          <a:lstStyle>
            <a:lvl1pPr marL="164592" indent="-164592" algn="ctr">
              <a:lnSpc>
                <a:spcPct val="100000"/>
              </a:lnSpc>
              <a:spcBef>
                <a:spcPts val="0"/>
              </a:spcBef>
              <a:buNone/>
              <a:defRPr sz="4000" b="0" i="0">
                <a:solidFill>
                  <a:schemeClr val="accent1"/>
                </a:solidFill>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18781367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Autofit/>
          </a:bodyPr>
          <a:lstStyle>
            <a:lvl1pPr>
              <a:lnSpc>
                <a:spcPct val="120000"/>
              </a:lnSpc>
              <a:defRPr sz="24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b="0" i="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3989545562"/>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bg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b="0" i="0">
                <a:solidFill>
                  <a:schemeClr val="bg1"/>
                </a:solidFill>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Tree>
    <p:extLst>
      <p:ext uri="{BB962C8B-B14F-4D97-AF65-F5344CB8AC3E}">
        <p14:creationId xmlns:p14="http://schemas.microsoft.com/office/powerpoint/2010/main" val="17129832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5400" b="0" i="0">
                <a:solidFill>
                  <a:schemeClr val="accent1"/>
                </a:solidFill>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Tree>
    <p:extLst>
      <p:ext uri="{BB962C8B-B14F-4D97-AF65-F5344CB8AC3E}">
        <p14:creationId xmlns:p14="http://schemas.microsoft.com/office/powerpoint/2010/main" val="25363593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011680"/>
            <a:ext cx="5181600" cy="4351338"/>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011680"/>
            <a:ext cx="5181600" cy="4351338"/>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37492558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486025"/>
            <a:ext cx="5181600" cy="365760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486025"/>
            <a:ext cx="5181600" cy="365760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16947432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1872001"/>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72001"/>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2573866"/>
            <a:ext cx="5157788" cy="37639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573866"/>
            <a:ext cx="5183188" cy="37639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7612960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2363064"/>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2363064"/>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3149594"/>
            <a:ext cx="5157788" cy="310896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3149594"/>
            <a:ext cx="5183188" cy="310896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41766247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48640" y="548640"/>
            <a:ext cx="10653578" cy="1188720"/>
          </a:xfrm>
        </p:spPr>
        <p:txBody>
          <a:bodyPr anchor="b" anchorCtr="0"/>
          <a:lstStyle/>
          <a:p>
            <a:r>
              <a:rPr lang="en-US"/>
              <a:t>Click to edit Master title style</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2942250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38306778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48640"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4864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10788183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48640" y="557784"/>
            <a:ext cx="3595634" cy="221231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48640"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C22A121F-E5F6-5A23-9964-F85D3A0008FA}"/>
              </a:ext>
            </a:extLst>
          </p:cNvPr>
          <p:cNvSpPr>
            <a:spLocks noGrp="1"/>
          </p:cNvSpPr>
          <p:nvPr>
            <p:ph type="pic" idx="1"/>
          </p:nvPr>
        </p:nvSpPr>
        <p:spPr>
          <a:xfrm>
            <a:off x="5058294" y="552552"/>
            <a:ext cx="6519080" cy="5752896"/>
          </a:xfrm>
          <a:custGeom>
            <a:avLst/>
            <a:gdLst>
              <a:gd name="connsiteX0" fmla="*/ 485669 w 6519080"/>
              <a:gd name="connsiteY0" fmla="*/ 0 h 5752896"/>
              <a:gd name="connsiteX1" fmla="*/ 6033412 w 6519080"/>
              <a:gd name="connsiteY1" fmla="*/ 0 h 5752896"/>
              <a:gd name="connsiteX2" fmla="*/ 6512642 w 6519080"/>
              <a:gd name="connsiteY2" fmla="*/ 390584 h 5752896"/>
              <a:gd name="connsiteX3" fmla="*/ 6519080 w 6519080"/>
              <a:gd name="connsiteY3" fmla="*/ 454449 h 5752896"/>
              <a:gd name="connsiteX4" fmla="*/ 6519080 w 6519080"/>
              <a:gd name="connsiteY4" fmla="*/ 5298446 h 5752896"/>
              <a:gd name="connsiteX5" fmla="*/ 6512642 w 6519080"/>
              <a:gd name="connsiteY5" fmla="*/ 5362311 h 5752896"/>
              <a:gd name="connsiteX6" fmla="*/ 6033412 w 6519080"/>
              <a:gd name="connsiteY6" fmla="*/ 5752896 h 5752896"/>
              <a:gd name="connsiteX7" fmla="*/ 485669 w 6519080"/>
              <a:gd name="connsiteY7" fmla="*/ 5752896 h 5752896"/>
              <a:gd name="connsiteX8" fmla="*/ 6438 w 6519080"/>
              <a:gd name="connsiteY8" fmla="*/ 5362311 h 5752896"/>
              <a:gd name="connsiteX9" fmla="*/ 0 w 6519080"/>
              <a:gd name="connsiteY9" fmla="*/ 5298451 h 5752896"/>
              <a:gd name="connsiteX10" fmla="*/ 0 w 6519080"/>
              <a:gd name="connsiteY10" fmla="*/ 454445 h 5752896"/>
              <a:gd name="connsiteX11" fmla="*/ 6438 w 6519080"/>
              <a:gd name="connsiteY11" fmla="*/ 390584 h 5752896"/>
              <a:gd name="connsiteX12" fmla="*/ 485669 w 6519080"/>
              <a:gd name="connsiteY12" fmla="*/ 0 h 5752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19080" h="5752896">
                <a:moveTo>
                  <a:pt x="485669" y="0"/>
                </a:moveTo>
                <a:lnTo>
                  <a:pt x="6033412" y="0"/>
                </a:lnTo>
                <a:cubicBezTo>
                  <a:pt x="6269802" y="0"/>
                  <a:pt x="6467029" y="167678"/>
                  <a:pt x="6512642" y="390584"/>
                </a:cubicBezTo>
                <a:lnTo>
                  <a:pt x="6519080" y="454449"/>
                </a:lnTo>
                <a:lnTo>
                  <a:pt x="6519080" y="5298446"/>
                </a:lnTo>
                <a:lnTo>
                  <a:pt x="6512642" y="5362311"/>
                </a:lnTo>
                <a:cubicBezTo>
                  <a:pt x="6467029" y="5585218"/>
                  <a:pt x="6269802" y="5752896"/>
                  <a:pt x="6033412" y="5752896"/>
                </a:cubicBezTo>
                <a:lnTo>
                  <a:pt x="485669" y="5752896"/>
                </a:lnTo>
                <a:cubicBezTo>
                  <a:pt x="249278" y="5752896"/>
                  <a:pt x="52051" y="5585218"/>
                  <a:pt x="6438" y="5362311"/>
                </a:cubicBezTo>
                <a:lnTo>
                  <a:pt x="0" y="5298451"/>
                </a:lnTo>
                <a:lnTo>
                  <a:pt x="0" y="454445"/>
                </a:lnTo>
                <a:lnTo>
                  <a:pt x="6438" y="390584"/>
                </a:lnTo>
                <a:cubicBezTo>
                  <a:pt x="52051" y="167678"/>
                  <a:pt x="249278" y="0"/>
                  <a:pt x="485669" y="0"/>
                </a:cubicBezTo>
                <a:close/>
              </a:path>
            </a:pathLst>
          </a:custGeom>
          <a:blipFill dpi="0" rotWithShape="1">
            <a:blip r:embed="rId2">
              <a:alphaModFix amt="60000"/>
            </a:blip>
            <a:srcRect/>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Tree>
    <p:extLst>
      <p:ext uri="{BB962C8B-B14F-4D97-AF65-F5344CB8AC3E}">
        <p14:creationId xmlns:p14="http://schemas.microsoft.com/office/powerpoint/2010/main" val="15808314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7342307" cy="1133856"/>
          </a:xfrm>
        </p:spPr>
        <p:txBody>
          <a:bodyPr anchor="b">
            <a:noAutofit/>
          </a:bodyPr>
          <a:lstStyle>
            <a:lvl1pPr>
              <a:defRPr sz="4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40" y="2867591"/>
            <a:ext cx="1089037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Tree>
    <p:extLst>
      <p:ext uri="{BB962C8B-B14F-4D97-AF65-F5344CB8AC3E}">
        <p14:creationId xmlns:p14="http://schemas.microsoft.com/office/powerpoint/2010/main" val="2849228253"/>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11107780" cy="1133856"/>
          </a:xfrm>
        </p:spPr>
        <p:txBody>
          <a:bodyPr anchor="b">
            <a:noAutofit/>
          </a:bodyPr>
          <a:lstStyle>
            <a:lvl1pPr>
              <a:defRPr sz="4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39" y="2867591"/>
            <a:ext cx="11107779"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Tree>
    <p:extLst>
      <p:ext uri="{BB962C8B-B14F-4D97-AF65-F5344CB8AC3E}">
        <p14:creationId xmlns:p14="http://schemas.microsoft.com/office/powerpoint/2010/main" val="1231423482"/>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627318"/>
            <a:ext cx="8430767" cy="1842020"/>
          </a:xfrm>
        </p:spPr>
        <p:txBody>
          <a:bodyPr anchor="b">
            <a:noAutofit/>
          </a:bodyPr>
          <a:lstStyle>
            <a:lvl1pPr>
              <a:defRPr sz="40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640" y="3622674"/>
            <a:ext cx="8430639" cy="1279615"/>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Tree>
    <p:extLst>
      <p:ext uri="{BB962C8B-B14F-4D97-AF65-F5344CB8AC3E}">
        <p14:creationId xmlns:p14="http://schemas.microsoft.com/office/powerpoint/2010/main" val="115558507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27213" y="137965"/>
            <a:ext cx="429207"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fld id="{CC057153-B650-4DEB-B370-79DDCFDCE934}" type="slidenum">
              <a:rPr lang="en-US" smtClean="0"/>
              <a:pPr/>
              <a:t>‹#›</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51015" y="6368780"/>
            <a:ext cx="2805405"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r>
              <a:rPr lang="en-US"/>
              <a:t>Sample Footer Text</a:t>
            </a:r>
          </a:p>
        </p:txBody>
      </p:sp>
    </p:spTree>
    <p:extLst>
      <p:ext uri="{BB962C8B-B14F-4D97-AF65-F5344CB8AC3E}">
        <p14:creationId xmlns:p14="http://schemas.microsoft.com/office/powerpoint/2010/main" val="4065343886"/>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 id="2147483859" r:id="rId28"/>
    <p:sldLayoutId id="2147483860" r:id="rId29"/>
    <p:sldLayoutId id="2147483861" r:id="rId30"/>
    <p:sldLayoutId id="2147483862" r:id="rId31"/>
    <p:sldLayoutId id="2147483863" r:id="rId32"/>
    <p:sldLayoutId id="2147483864" r:id="rId33"/>
    <p:sldLayoutId id="2147483865" r:id="rId34"/>
    <p:sldLayoutId id="2147483866" r:id="rId35"/>
    <p:sldLayoutId id="2147483867" r:id="rId36"/>
    <p:sldLayoutId id="2147483868" r:id="rId37"/>
    <p:sldLayoutId id="2147483869" r:id="rId38"/>
    <p:sldLayoutId id="2147483870" r:id="rId39"/>
    <p:sldLayoutId id="2147483871" r:id="rId40"/>
    <p:sldLayoutId id="2147483872" r:id="rId41"/>
    <p:sldLayoutId id="2147483873" r:id="rId42"/>
    <p:sldLayoutId id="2147483874" r:id="rId43"/>
    <p:sldLayoutId id="2147483875" r:id="rId44"/>
    <p:sldLayoutId id="2147483876" r:id="rId45"/>
    <p:sldLayoutId id="2147483877" r:id="rId46"/>
    <p:sldLayoutId id="2147483878" r:id="rId47"/>
    <p:sldLayoutId id="2147483879" r:id="rId48"/>
    <p:sldLayoutId id="2147483880" r:id="rId49"/>
    <p:sldLayoutId id="2147483881" r:id="rId50"/>
    <p:sldLayoutId id="2147483882" r:id="rId51"/>
    <p:sldLayoutId id="2147483883" r:id="rId52"/>
    <p:sldLayoutId id="2147483884" r:id="rId53"/>
    <p:sldLayoutId id="2147483885" r:id="rId54"/>
    <p:sldLayoutId id="2147483886" r:id="rId55"/>
    <p:sldLayoutId id="2147483887" r:id="rId56"/>
    <p:sldLayoutId id="2147483888" r:id="rId57"/>
    <p:sldLayoutId id="2147483889" r:id="rId58"/>
  </p:sldLayoutIdLst>
  <p:hf sldNum="0" hdr="0" ftr="0" dt="0"/>
  <p:txStyles>
    <p:titleStyle>
      <a:lvl1pPr algn="l" defTabSz="914400" rtl="0" eaLnBrk="1" latinLnBrk="0" hangingPunct="1">
        <a:lnSpc>
          <a:spcPct val="90000"/>
        </a:lnSpc>
        <a:spcBef>
          <a:spcPct val="0"/>
        </a:spcBef>
        <a:buNone/>
        <a:defRPr sz="4000" b="0" i="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13C91-E510-4F7C-818F-C46FECE88830}"/>
              </a:ext>
            </a:extLst>
          </p:cNvPr>
          <p:cNvSpPr>
            <a:spLocks noGrp="1"/>
          </p:cNvSpPr>
          <p:nvPr>
            <p:ph type="ctrTitle"/>
          </p:nvPr>
        </p:nvSpPr>
        <p:spPr>
          <a:xfrm>
            <a:off x="1111826" y="4957555"/>
            <a:ext cx="6858000" cy="1737360"/>
          </a:xfrm>
        </p:spPr>
        <p:txBody>
          <a:bodyPr/>
          <a:lstStyle/>
          <a:p>
            <a:r>
              <a:rPr lang="en-US">
                <a:solidFill>
                  <a:srgbClr val="FFFFFF"/>
                </a:solidFill>
                <a:latin typeface="Raleway Medium"/>
                <a:cs typeface="Times New Roman"/>
              </a:rPr>
              <a:t>Predictive Insights for Apple Sales Data</a:t>
            </a:r>
          </a:p>
        </p:txBody>
      </p:sp>
      <p:sp>
        <p:nvSpPr>
          <p:cNvPr id="3" name="Subtitle 2">
            <a:extLst>
              <a:ext uri="{FF2B5EF4-FFF2-40B4-BE49-F238E27FC236}">
                <a16:creationId xmlns:a16="http://schemas.microsoft.com/office/drawing/2014/main" id="{A7A0F1FF-87FC-80DD-5AB5-4F02641B336E}"/>
              </a:ext>
            </a:extLst>
          </p:cNvPr>
          <p:cNvSpPr>
            <a:spLocks noGrp="1"/>
          </p:cNvSpPr>
          <p:nvPr>
            <p:ph type="subTitle" idx="1"/>
          </p:nvPr>
        </p:nvSpPr>
        <p:spPr>
          <a:xfrm>
            <a:off x="8074064" y="4957555"/>
            <a:ext cx="4056808" cy="1322653"/>
          </a:xfrm>
        </p:spPr>
        <p:txBody>
          <a:bodyPr>
            <a:normAutofit fontScale="92500" lnSpcReduction="10000"/>
          </a:bodyPr>
          <a:lstStyle/>
          <a:p>
            <a:r>
              <a:rPr lang="en-US"/>
              <a:t>Presented by Anthony Klein</a:t>
            </a:r>
          </a:p>
          <a:p>
            <a:r>
              <a:rPr lang="en-US"/>
              <a:t>Najah Bell</a:t>
            </a:r>
          </a:p>
          <a:p>
            <a:r>
              <a:rPr lang="en-US"/>
              <a:t>IST 718: Big Data Analytics </a:t>
            </a:r>
          </a:p>
        </p:txBody>
      </p:sp>
      <p:pic>
        <p:nvPicPr>
          <p:cNvPr id="8" name="Picture Placeholder 7" descr="A spiral staircase ">
            <a:extLst>
              <a:ext uri="{FF2B5EF4-FFF2-40B4-BE49-F238E27FC236}">
                <a16:creationId xmlns:a16="http://schemas.microsoft.com/office/drawing/2014/main" id="{7F349D00-DBC6-DA65-90E2-9816C663E17B}"/>
              </a:ext>
            </a:extLst>
          </p:cNvPr>
          <p:cNvPicPr>
            <a:picLocks noGrp="1" noChangeAspect="1"/>
          </p:cNvPicPr>
          <p:nvPr>
            <p:ph type="pic" sz="quarter" idx="13"/>
          </p:nvPr>
        </p:nvPicPr>
        <p:blipFill>
          <a:blip r:embed="rId2">
            <a:extLst>
              <a:ext uri="{BEBA8EAE-BF5A-486C-A8C5-ECC9F3942E4B}">
                <a14:imgProps xmlns:a14="http://schemas.microsoft.com/office/drawing/2010/main">
                  <a14:imgLayer r:embed="rId3">
                    <a14:imgEffect>
                      <a14:colorTemperature colorTemp="5318"/>
                    </a14:imgEffect>
                    <a14:imgEffect>
                      <a14:saturation sat="0"/>
                    </a14:imgEffect>
                    <a14:imgEffect>
                      <a14:brightnessContrast contrast="19000"/>
                    </a14:imgEffect>
                  </a14:imgLayer>
                </a14:imgProps>
              </a:ext>
              <a:ext uri="{28A0092B-C50C-407E-A947-70E740481C1C}">
                <a14:useLocalDpi xmlns:a14="http://schemas.microsoft.com/office/drawing/2010/main" val="0"/>
              </a:ext>
            </a:extLst>
          </a:blip>
          <a:srcRect t="25200" b="25200"/>
          <a:stretch/>
        </p:blipFill>
        <p:spPr>
          <a:xfrm>
            <a:off x="1230139" y="629340"/>
            <a:ext cx="10976149" cy="4081805"/>
          </a:xfrm>
        </p:spPr>
      </p:pic>
    </p:spTree>
    <p:extLst>
      <p:ext uri="{BB962C8B-B14F-4D97-AF65-F5344CB8AC3E}">
        <p14:creationId xmlns:p14="http://schemas.microsoft.com/office/powerpoint/2010/main" val="3399578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9145F-19F3-62BD-45B1-BCE975DDD2DB}"/>
              </a:ext>
            </a:extLst>
          </p:cNvPr>
          <p:cNvSpPr>
            <a:spLocks noGrp="1"/>
          </p:cNvSpPr>
          <p:nvPr>
            <p:ph type="title"/>
          </p:nvPr>
        </p:nvSpPr>
        <p:spPr>
          <a:xfrm>
            <a:off x="4740225" y="-1051627"/>
            <a:ext cx="6813300" cy="2103254"/>
          </a:xfrm>
        </p:spPr>
        <p:txBody>
          <a:bodyPr/>
          <a:lstStyle/>
          <a:p>
            <a:r>
              <a:rPr lang="en-US"/>
              <a:t>Project Overview:</a:t>
            </a:r>
          </a:p>
        </p:txBody>
      </p:sp>
      <p:sp>
        <p:nvSpPr>
          <p:cNvPr id="4" name="Content Placeholder 3">
            <a:extLst>
              <a:ext uri="{FF2B5EF4-FFF2-40B4-BE49-F238E27FC236}">
                <a16:creationId xmlns:a16="http://schemas.microsoft.com/office/drawing/2014/main" id="{86685D94-AADC-B5C4-3A9B-759B877D3BDA}"/>
              </a:ext>
            </a:extLst>
          </p:cNvPr>
          <p:cNvSpPr>
            <a:spLocks noGrp="1"/>
          </p:cNvSpPr>
          <p:nvPr>
            <p:ph sz="quarter" idx="13"/>
          </p:nvPr>
        </p:nvSpPr>
        <p:spPr>
          <a:xfrm>
            <a:off x="4740225" y="1051627"/>
            <a:ext cx="7138578" cy="4990585"/>
          </a:xfrm>
        </p:spPr>
        <p:txBody>
          <a:bodyPr vert="horz" lIns="91440" tIns="45720" rIns="91440" bIns="45720" rtlCol="0" anchor="t">
            <a:normAutofit fontScale="92500" lnSpcReduction="10000"/>
          </a:bodyPr>
          <a:lstStyle/>
          <a:p>
            <a:r>
              <a:rPr lang="en-US">
                <a:ea typeface="+mn-lt"/>
                <a:cs typeface="+mn-lt"/>
              </a:rPr>
              <a:t>In this project we analyzed and predicted key business outcomes using LLM generated Apple’s historical sales data.</a:t>
            </a:r>
            <a:endParaRPr lang="en-US"/>
          </a:p>
          <a:p>
            <a:r>
              <a:rPr lang="en-US"/>
              <a:t>We investigated the three following questions:</a:t>
            </a:r>
          </a:p>
          <a:p>
            <a:pPr marL="342900" indent="-342900">
              <a:buFont typeface="Arial" panose="020B0604020202020204" pitchFamily="34" charset="0"/>
              <a:buChar char="•"/>
            </a:pPr>
            <a:r>
              <a:rPr lang="en-US"/>
              <a:t>Are there specific months in which product launches historically perform better in terms of sales?</a:t>
            </a:r>
          </a:p>
          <a:p>
            <a:pPr marL="342900" indent="-342900">
              <a:buFont typeface="Arial" panose="020B0604020202020204" pitchFamily="34" charset="0"/>
              <a:buChar char="•"/>
            </a:pPr>
            <a:r>
              <a:rPr lang="en-US"/>
              <a:t>Which store locations demonstrate the strongest sales performance, and are there locations that consistently underperform?</a:t>
            </a:r>
          </a:p>
          <a:p>
            <a:pPr marL="342900" indent="-342900">
              <a:buFont typeface="Arial" panose="020B0604020202020204" pitchFamily="34" charset="0"/>
              <a:buChar char="•"/>
            </a:pPr>
            <a:r>
              <a:rPr lang="en-US"/>
              <a:t>Can future sales and profit be forecasted for the upcoming month at the store or country level?</a:t>
            </a:r>
          </a:p>
          <a:p>
            <a:endParaRPr lang="en-US"/>
          </a:p>
          <a:p>
            <a:endParaRPr lang="en-US"/>
          </a:p>
        </p:txBody>
      </p:sp>
      <p:sp>
        <p:nvSpPr>
          <p:cNvPr id="6" name="Picture Placeholder 5">
            <a:extLst>
              <a:ext uri="{FF2B5EF4-FFF2-40B4-BE49-F238E27FC236}">
                <a16:creationId xmlns:a16="http://schemas.microsoft.com/office/drawing/2014/main" id="{F3693C2F-B095-53D2-4B7B-A9B7B8C08F3D}"/>
              </a:ext>
            </a:extLst>
          </p:cNvPr>
          <p:cNvSpPr>
            <a:spLocks noGrp="1"/>
          </p:cNvSpPr>
          <p:nvPr>
            <p:ph type="pic" sz="quarter" idx="14"/>
          </p:nvPr>
        </p:nvSpPr>
        <p:spPr>
          <a:xfrm>
            <a:off x="313197" y="318926"/>
            <a:ext cx="3776472" cy="6220147"/>
          </a:xfrm>
        </p:spPr>
        <p:txBody>
          <a:bodyPr/>
          <a:lstStyle/>
          <a:p>
            <a:endParaRPr lang="en-US"/>
          </a:p>
        </p:txBody>
      </p:sp>
    </p:spTree>
    <p:extLst>
      <p:ext uri="{BB962C8B-B14F-4D97-AF65-F5344CB8AC3E}">
        <p14:creationId xmlns:p14="http://schemas.microsoft.com/office/powerpoint/2010/main" val="3251693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45759-57FE-52D0-E362-82D93B5B55F6}"/>
              </a:ext>
            </a:extLst>
          </p:cNvPr>
          <p:cNvSpPr>
            <a:spLocks noGrp="1"/>
          </p:cNvSpPr>
          <p:nvPr>
            <p:ph type="title"/>
          </p:nvPr>
        </p:nvSpPr>
        <p:spPr>
          <a:xfrm>
            <a:off x="548640" y="548640"/>
            <a:ext cx="10745788" cy="1188720"/>
          </a:xfrm>
        </p:spPr>
        <p:txBody>
          <a:bodyPr/>
          <a:lstStyle/>
          <a:p>
            <a:r>
              <a:rPr lang="en-US"/>
              <a:t>Predictions, Inferences, and Other Goals</a:t>
            </a:r>
          </a:p>
        </p:txBody>
      </p:sp>
      <p:sp>
        <p:nvSpPr>
          <p:cNvPr id="17" name="Rectangle 3">
            <a:extLst>
              <a:ext uri="{FF2B5EF4-FFF2-40B4-BE49-F238E27FC236}">
                <a16:creationId xmlns:a16="http://schemas.microsoft.com/office/drawing/2014/main" id="{25B2EAA9-6F7F-A2B3-3B73-6CA122A4BA96}"/>
              </a:ext>
            </a:extLst>
          </p:cNvPr>
          <p:cNvSpPr>
            <a:spLocks noGrp="1" noChangeArrowheads="1"/>
          </p:cNvSpPr>
          <p:nvPr>
            <p:ph type="body" sz="quarter" idx="13"/>
          </p:nvPr>
        </p:nvSpPr>
        <p:spPr bwMode="auto">
          <a:xfrm>
            <a:off x="548640" y="1783191"/>
            <a:ext cx="7940629" cy="363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rPr>
              <a:t>Prediction:</a:t>
            </a:r>
            <a:r>
              <a:rPr kumimoji="0" lang="en-US" altLang="en-US" sz="2000" b="0" i="0" u="none" strike="noStrike" cap="none" normalizeH="0" baseline="0">
                <a:ln>
                  <a:noFill/>
                </a:ln>
                <a:solidFill>
                  <a:schemeClr val="tx1"/>
                </a:solidFill>
                <a:effectLst/>
              </a:rPr>
              <a:t> Forecast sales trends by product, region, and time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rPr>
              <a:t>Inference:</a:t>
            </a:r>
            <a:r>
              <a:rPr kumimoji="0" lang="en-US" altLang="en-US" sz="2000" b="0" i="0" u="none" strike="noStrike" cap="none" normalizeH="0" baseline="0">
                <a:ln>
                  <a:noFill/>
                </a:ln>
                <a:solidFill>
                  <a:schemeClr val="tx1"/>
                </a:solidFill>
                <a:effectLst/>
              </a:rPr>
              <a:t> Understand factors driving sales:</a:t>
            </a:r>
          </a:p>
          <a:p>
            <a:pPr lvl="1" eaLnBrk="0" fontAlgn="base" hangingPunct="0">
              <a:lnSpc>
                <a:spcPct val="100000"/>
              </a:lnSpc>
              <a:spcBef>
                <a:spcPct val="0"/>
              </a:spcBef>
              <a:spcAft>
                <a:spcPct val="0"/>
              </a:spcAft>
              <a:buFontTx/>
              <a:buChar char="•"/>
            </a:pPr>
            <a:r>
              <a:rPr kumimoji="0" lang="en-US" altLang="en-US" sz="1800" b="0" i="0" u="none" strike="noStrike" cap="none" normalizeH="0" baseline="0">
                <a:ln>
                  <a:noFill/>
                </a:ln>
                <a:solidFill>
                  <a:schemeClr val="tx1"/>
                </a:solidFill>
                <a:effectLst/>
              </a:rPr>
              <a:t>Seasonality</a:t>
            </a:r>
          </a:p>
          <a:p>
            <a:pPr lvl="1" eaLnBrk="0" fontAlgn="base" hangingPunct="0">
              <a:lnSpc>
                <a:spcPct val="100000"/>
              </a:lnSpc>
              <a:spcBef>
                <a:spcPct val="0"/>
              </a:spcBef>
              <a:spcAft>
                <a:spcPct val="0"/>
              </a:spcAft>
              <a:buFontTx/>
              <a:buChar char="•"/>
            </a:pPr>
            <a:r>
              <a:rPr kumimoji="0" lang="en-US" altLang="en-US" sz="1800" b="0" i="0" u="none" strike="noStrike" cap="none" normalizeH="0" baseline="0">
                <a:ln>
                  <a:noFill/>
                </a:ln>
                <a:solidFill>
                  <a:schemeClr val="tx1"/>
                </a:solidFill>
                <a:effectLst/>
              </a:rPr>
              <a:t>Product categories</a:t>
            </a:r>
          </a:p>
          <a:p>
            <a:pPr lvl="1" eaLnBrk="0" fontAlgn="base" hangingPunct="0">
              <a:lnSpc>
                <a:spcPct val="100000"/>
              </a:lnSpc>
              <a:spcBef>
                <a:spcPct val="0"/>
              </a:spcBef>
              <a:spcAft>
                <a:spcPct val="0"/>
              </a:spcAft>
              <a:buFontTx/>
              <a:buChar char="•"/>
            </a:pPr>
            <a:r>
              <a:rPr kumimoji="0" lang="en-US" altLang="en-US" sz="1800" b="0" i="0" u="none" strike="noStrike" cap="none" normalizeH="0" baseline="0">
                <a:ln>
                  <a:noFill/>
                </a:ln>
                <a:solidFill>
                  <a:schemeClr val="tx1"/>
                </a:solidFill>
                <a:effectLst/>
              </a:rPr>
              <a:t>Regional performance</a:t>
            </a:r>
          </a:p>
          <a:p>
            <a:pPr lvl="1" eaLnBrk="0" fontAlgn="base" hangingPunct="0">
              <a:lnSpc>
                <a:spcPct val="100000"/>
              </a:lnSpc>
              <a:spcBef>
                <a:spcPct val="0"/>
              </a:spcBef>
              <a:spcAft>
                <a:spcPct val="0"/>
              </a:spcAft>
            </a:pP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solidFill>
                  <a:schemeClr val="tx1"/>
                </a:solidFill>
                <a:effectLst/>
              </a:rPr>
              <a:t>Actionable insights:</a:t>
            </a:r>
            <a:endParaRPr kumimoji="0" lang="en-US" altLang="en-US" sz="2000" b="0" i="0" u="none" strike="noStrike" cap="none" normalizeH="0" baseline="0">
              <a:ln>
                <a:noFill/>
              </a:ln>
              <a:solidFill>
                <a:schemeClr val="tx1"/>
              </a:solidFill>
              <a:effectLst/>
            </a:endParaRPr>
          </a:p>
          <a:p>
            <a:pPr lvl="1" eaLnBrk="0" fontAlgn="base" hangingPunct="0">
              <a:lnSpc>
                <a:spcPct val="100000"/>
              </a:lnSpc>
              <a:spcBef>
                <a:spcPct val="0"/>
              </a:spcBef>
              <a:spcAft>
                <a:spcPct val="0"/>
              </a:spcAft>
              <a:buFontTx/>
              <a:buChar char="•"/>
            </a:pPr>
            <a:r>
              <a:rPr kumimoji="0" lang="en-US" altLang="en-US" sz="1800" b="0" i="0" u="none" strike="noStrike" cap="none" normalizeH="0" baseline="0">
                <a:ln>
                  <a:noFill/>
                </a:ln>
                <a:solidFill>
                  <a:schemeClr val="tx1"/>
                </a:solidFill>
                <a:effectLst/>
              </a:rPr>
              <a:t>Optimize promotional timing</a:t>
            </a:r>
          </a:p>
          <a:p>
            <a:pPr lvl="1" eaLnBrk="0" fontAlgn="base" hangingPunct="0">
              <a:lnSpc>
                <a:spcPct val="100000"/>
              </a:lnSpc>
              <a:spcBef>
                <a:spcPct val="0"/>
              </a:spcBef>
              <a:spcAft>
                <a:spcPct val="0"/>
              </a:spcAft>
              <a:buFontTx/>
              <a:buChar char="•"/>
            </a:pPr>
            <a:r>
              <a:rPr kumimoji="0" lang="en-US" altLang="en-US" sz="1800" b="0" i="0" u="none" strike="noStrike" cap="none" normalizeH="0" baseline="0">
                <a:ln>
                  <a:noFill/>
                </a:ln>
                <a:solidFill>
                  <a:schemeClr val="tx1"/>
                </a:solidFill>
                <a:effectLst/>
              </a:rPr>
              <a:t>Inform store placement strategies</a:t>
            </a:r>
          </a:p>
          <a:p>
            <a:pPr lvl="1" eaLnBrk="0" fontAlgn="base" hangingPunct="0">
              <a:lnSpc>
                <a:spcPct val="100000"/>
              </a:lnSpc>
              <a:spcBef>
                <a:spcPct val="0"/>
              </a:spcBef>
              <a:spcAft>
                <a:spcPct val="0"/>
              </a:spcAft>
              <a:buFontTx/>
              <a:buChar char="•"/>
            </a:pPr>
            <a:r>
              <a:rPr kumimoji="0" lang="en-US" altLang="en-US" sz="1800" b="0" i="0" u="none" strike="noStrike" cap="none" normalizeH="0" baseline="0">
                <a:ln>
                  <a:noFill/>
                </a:ln>
                <a:solidFill>
                  <a:schemeClr val="tx1"/>
                </a:solidFill>
                <a:effectLst/>
              </a:rPr>
              <a:t>Support inventory and marketing decisions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4145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374FB-2707-E835-8063-C64361C45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991F9-7AC4-1B8F-5A83-0F7BF75BDE62}"/>
              </a:ext>
            </a:extLst>
          </p:cNvPr>
          <p:cNvSpPr>
            <a:spLocks noGrp="1"/>
          </p:cNvSpPr>
          <p:nvPr>
            <p:ph type="title"/>
          </p:nvPr>
        </p:nvSpPr>
        <p:spPr>
          <a:xfrm>
            <a:off x="548640" y="548640"/>
            <a:ext cx="10745788" cy="1188720"/>
          </a:xfrm>
        </p:spPr>
        <p:txBody>
          <a:bodyPr/>
          <a:lstStyle/>
          <a:p>
            <a:r>
              <a:rPr lang="en-US"/>
              <a:t>Exploratory Data Analysis:</a:t>
            </a:r>
            <a:br>
              <a:rPr lang="en-US"/>
            </a:br>
            <a:r>
              <a:rPr lang="en-US"/>
              <a:t>	</a:t>
            </a:r>
          </a:p>
        </p:txBody>
      </p:sp>
      <p:sp>
        <p:nvSpPr>
          <p:cNvPr id="5" name="Content Placeholder 3">
            <a:extLst>
              <a:ext uri="{FF2B5EF4-FFF2-40B4-BE49-F238E27FC236}">
                <a16:creationId xmlns:a16="http://schemas.microsoft.com/office/drawing/2014/main" id="{3BD1A1DD-B49B-F8D4-BFBC-39AADFBDF696}"/>
              </a:ext>
            </a:extLst>
          </p:cNvPr>
          <p:cNvSpPr txBox="1">
            <a:spLocks/>
          </p:cNvSpPr>
          <p:nvPr/>
        </p:nvSpPr>
        <p:spPr>
          <a:xfrm>
            <a:off x="6091986" y="1315695"/>
            <a:ext cx="4512601" cy="4983480"/>
          </a:xfrm>
          <a:prstGeom prst="rect">
            <a:avLst/>
          </a:prstGeom>
        </p:spPr>
        <p:txBody>
          <a:bodyPr vert="horz" lIns="91440" tIns="45720" rIns="91440" bIns="45720" rtlCol="0" anchor="t">
            <a:normAutofit fontScale="85000" lnSpcReduction="10000"/>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atin typeface="Century Gothic"/>
                <a:cs typeface="Times New Roman"/>
              </a:rPr>
              <a:t>Bar plot and aggregate analyses showed peaks and troughs in sales that aligned with seasonal patterns. </a:t>
            </a:r>
          </a:p>
          <a:p>
            <a:pPr marL="285750" indent="-285750">
              <a:buFont typeface="Arial" panose="020B0604020202020204" pitchFamily="34" charset="0"/>
              <a:buChar char="•"/>
            </a:pPr>
            <a:r>
              <a:rPr lang="en-US">
                <a:latin typeface="Century Gothic"/>
                <a:cs typeface="Times New Roman"/>
              </a:rPr>
              <a:t>The highest performing sales months are January, March, and then a tie between July, August, and October. Surprisingly, the lowest sales are in months you'd assume would be the highest, November (Black Friday) and December (Christmas season), but since this is synthetic data, it does not reflect those real-life sales trends. </a:t>
            </a:r>
          </a:p>
          <a:p>
            <a:pPr marL="285750" indent="-285750">
              <a:buFont typeface="Arial" panose="020B0604020202020204" pitchFamily="34" charset="0"/>
              <a:buChar char="•"/>
            </a:pPr>
            <a:r>
              <a:rPr lang="en-US">
                <a:latin typeface="Century Gothic"/>
                <a:cs typeface="Times New Roman"/>
              </a:rPr>
              <a:t>After comparing primary months (January, May, June) further EDA revealed release months that may be more optimal among the different products.  </a:t>
            </a:r>
          </a:p>
          <a:p>
            <a:pPr marL="285750" indent="-285750">
              <a:buFont typeface="Arial" panose="020B0604020202020204" pitchFamily="34" charset="0"/>
              <a:buChar char="•"/>
            </a:pPr>
            <a:r>
              <a:rPr lang="en-US">
                <a:latin typeface="Century Gothic"/>
                <a:cs typeface="Times New Roman"/>
              </a:rPr>
              <a:t>Data is from January 2020 through November 2024.</a:t>
            </a:r>
          </a:p>
        </p:txBody>
      </p:sp>
      <p:pic>
        <p:nvPicPr>
          <p:cNvPr id="6" name="Picture 5" descr="A graph of blue bars&#10;&#10;AI-generated content may be incorrect.">
            <a:extLst>
              <a:ext uri="{FF2B5EF4-FFF2-40B4-BE49-F238E27FC236}">
                <a16:creationId xmlns:a16="http://schemas.microsoft.com/office/drawing/2014/main" id="{11407742-05E4-EF02-2515-9C097E5AC69C}"/>
              </a:ext>
            </a:extLst>
          </p:cNvPr>
          <p:cNvPicPr>
            <a:picLocks noChangeAspect="1"/>
          </p:cNvPicPr>
          <p:nvPr/>
        </p:nvPicPr>
        <p:blipFill>
          <a:blip r:embed="rId2"/>
          <a:stretch>
            <a:fillRect/>
          </a:stretch>
        </p:blipFill>
        <p:spPr>
          <a:xfrm>
            <a:off x="711123" y="1714152"/>
            <a:ext cx="4933950" cy="3076575"/>
          </a:xfrm>
          <a:prstGeom prst="rect">
            <a:avLst/>
          </a:prstGeom>
        </p:spPr>
      </p:pic>
    </p:spTree>
    <p:extLst>
      <p:ext uri="{BB962C8B-B14F-4D97-AF65-F5344CB8AC3E}">
        <p14:creationId xmlns:p14="http://schemas.microsoft.com/office/powerpoint/2010/main" val="393215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D0451-13D3-D73A-5358-09D4D4F8A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26B21-3C87-F7E9-E961-81890582E7CA}"/>
              </a:ext>
            </a:extLst>
          </p:cNvPr>
          <p:cNvSpPr>
            <a:spLocks noGrp="1"/>
          </p:cNvSpPr>
          <p:nvPr>
            <p:ph type="title"/>
          </p:nvPr>
        </p:nvSpPr>
        <p:spPr>
          <a:xfrm>
            <a:off x="548640" y="548640"/>
            <a:ext cx="10741152" cy="1188720"/>
          </a:xfrm>
        </p:spPr>
        <p:txBody>
          <a:bodyPr/>
          <a:lstStyle/>
          <a:p>
            <a:r>
              <a:rPr lang="en-US"/>
              <a:t>Exploratory Data Analysis:</a:t>
            </a:r>
            <a:br>
              <a:rPr lang="en-US"/>
            </a:br>
            <a:r>
              <a:rPr lang="en-US"/>
              <a:t>	</a:t>
            </a:r>
          </a:p>
        </p:txBody>
      </p:sp>
      <p:sp>
        <p:nvSpPr>
          <p:cNvPr id="4" name="Text Placeholder 3">
            <a:extLst>
              <a:ext uri="{FF2B5EF4-FFF2-40B4-BE49-F238E27FC236}">
                <a16:creationId xmlns:a16="http://schemas.microsoft.com/office/drawing/2014/main" id="{DB7212B8-63A9-E52D-0616-81A5027153E3}"/>
              </a:ext>
            </a:extLst>
          </p:cNvPr>
          <p:cNvSpPr>
            <a:spLocks noGrp="1"/>
          </p:cNvSpPr>
          <p:nvPr>
            <p:ph type="body" sz="quarter" idx="14"/>
          </p:nvPr>
        </p:nvSpPr>
        <p:spPr>
          <a:xfrm>
            <a:off x="6172200" y="2486025"/>
            <a:ext cx="5181600" cy="3657600"/>
          </a:xfrm>
        </p:spPr>
        <p:txBody>
          <a:bodyPr vert="horz" lIns="91440" tIns="45720" rIns="91440" bIns="45720" rtlCol="0" anchor="t">
            <a:normAutofit/>
          </a:bodyPr>
          <a:lstStyle/>
          <a:p>
            <a:endParaRPr lang="en-US" sz="1600" b="1"/>
          </a:p>
          <a:p>
            <a:endParaRPr lang="en-US"/>
          </a:p>
          <a:p>
            <a:endParaRPr lang="en-US"/>
          </a:p>
        </p:txBody>
      </p:sp>
      <p:sp>
        <p:nvSpPr>
          <p:cNvPr id="7" name="Content Placeholder 3">
            <a:extLst>
              <a:ext uri="{FF2B5EF4-FFF2-40B4-BE49-F238E27FC236}">
                <a16:creationId xmlns:a16="http://schemas.microsoft.com/office/drawing/2014/main" id="{E94C6EBD-4486-7F2A-9458-FD6254D486DD}"/>
              </a:ext>
            </a:extLst>
          </p:cNvPr>
          <p:cNvSpPr txBox="1">
            <a:spLocks/>
          </p:cNvSpPr>
          <p:nvPr/>
        </p:nvSpPr>
        <p:spPr>
          <a:xfrm>
            <a:off x="6091986" y="1315695"/>
            <a:ext cx="4512601" cy="4983480"/>
          </a:xfrm>
          <a:prstGeom prst="rect">
            <a:avLst/>
          </a:prstGeom>
        </p:spPr>
        <p:txBody>
          <a:bodyPr vert="horz" lIns="91440" tIns="45720" rIns="91440" bIns="45720" rtlCol="0" anchor="t">
            <a:normAutofit fontScale="77500" lnSpcReduction="20000"/>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ea typeface="+mn-lt"/>
                <a:cs typeface="Times New Roman"/>
              </a:rPr>
              <a:t>The bar plot of </a:t>
            </a:r>
            <a:r>
              <a:rPr lang="en-US" err="1">
                <a:ea typeface="+mn-lt"/>
                <a:cs typeface="Times New Roman"/>
              </a:rPr>
              <a:t>total_monthly_revenue</a:t>
            </a:r>
            <a:r>
              <a:rPr lang="en-US">
                <a:ea typeface="+mn-lt"/>
                <a:cs typeface="Times New Roman"/>
              </a:rPr>
              <a:t> shows the general seasonal pattern of sales across all months. Month 3 (March) generally has the highest revenue, while months 11 (November) and 12 (December) show a dip.</a:t>
            </a:r>
          </a:p>
          <a:p>
            <a:pPr marL="285750" indent="-285750">
              <a:buFont typeface="Arial" panose="020B0604020202020204" pitchFamily="34" charset="0"/>
              <a:buChar char="•"/>
            </a:pPr>
            <a:r>
              <a:rPr lang="en-US">
                <a:solidFill>
                  <a:srgbClr val="000000"/>
                </a:solidFill>
                <a:ea typeface="+mn-lt"/>
                <a:cs typeface="Times New Roman"/>
              </a:rPr>
              <a:t>Months with historically high overall revenue (e.g., March) can be targeted for increased inventory, marketing efforts, and staffing to maximize sales. Marketing and promotional campaigns can be tailored to individual product seasonality. For products that perform well in specific months, targeted promotions during those periods could be highly effective.</a:t>
            </a:r>
          </a:p>
          <a:p>
            <a:pPr marL="285750" indent="-285750">
              <a:buFont typeface="Arial" panose="020B0604020202020204" pitchFamily="34" charset="0"/>
              <a:buChar char="•"/>
            </a:pPr>
            <a:r>
              <a:rPr lang="en-US">
                <a:solidFill>
                  <a:srgbClr val="000000"/>
                </a:solidFill>
                <a:ea typeface="+mn-lt"/>
                <a:cs typeface="Times New Roman"/>
              </a:rPr>
              <a:t>The seasonality insights can guide the allocation of marketing budgets, focusing spending on months and products that show the most potential for growth or maintaining strong performance.</a:t>
            </a:r>
          </a:p>
        </p:txBody>
      </p:sp>
      <p:pic>
        <p:nvPicPr>
          <p:cNvPr id="8" name="Picture 7" descr="A graph of blue bars&#10;&#10;AI-generated content may be incorrect.">
            <a:extLst>
              <a:ext uri="{FF2B5EF4-FFF2-40B4-BE49-F238E27FC236}">
                <a16:creationId xmlns:a16="http://schemas.microsoft.com/office/drawing/2014/main" id="{29139B80-B2C1-E843-8C83-3E6C4911D012}"/>
              </a:ext>
            </a:extLst>
          </p:cNvPr>
          <p:cNvPicPr>
            <a:picLocks noChangeAspect="1"/>
          </p:cNvPicPr>
          <p:nvPr/>
        </p:nvPicPr>
        <p:blipFill>
          <a:blip r:embed="rId2"/>
          <a:stretch>
            <a:fillRect/>
          </a:stretch>
        </p:blipFill>
        <p:spPr>
          <a:xfrm>
            <a:off x="303290" y="1316076"/>
            <a:ext cx="5619518" cy="3733334"/>
          </a:xfrm>
          <a:prstGeom prst="rect">
            <a:avLst/>
          </a:prstGeom>
        </p:spPr>
      </p:pic>
    </p:spTree>
    <p:extLst>
      <p:ext uri="{BB962C8B-B14F-4D97-AF65-F5344CB8AC3E}">
        <p14:creationId xmlns:p14="http://schemas.microsoft.com/office/powerpoint/2010/main" val="1899984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147A6-CEAC-6B80-68A0-E7F996D72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B0BD8-A22C-8537-AB02-4D27721E5FAA}"/>
              </a:ext>
            </a:extLst>
          </p:cNvPr>
          <p:cNvSpPr>
            <a:spLocks noGrp="1"/>
          </p:cNvSpPr>
          <p:nvPr>
            <p:ph type="title"/>
          </p:nvPr>
        </p:nvSpPr>
        <p:spPr>
          <a:xfrm>
            <a:off x="548640" y="548640"/>
            <a:ext cx="10741152" cy="1188720"/>
          </a:xfrm>
        </p:spPr>
        <p:txBody>
          <a:bodyPr/>
          <a:lstStyle/>
          <a:p>
            <a:r>
              <a:rPr lang="en-US"/>
              <a:t>Exploratory Data Analysis:</a:t>
            </a:r>
            <a:br>
              <a:rPr lang="en-US"/>
            </a:br>
            <a:r>
              <a:rPr lang="en-US"/>
              <a:t>	</a:t>
            </a:r>
          </a:p>
        </p:txBody>
      </p:sp>
      <p:sp>
        <p:nvSpPr>
          <p:cNvPr id="4" name="Text Placeholder 3">
            <a:extLst>
              <a:ext uri="{FF2B5EF4-FFF2-40B4-BE49-F238E27FC236}">
                <a16:creationId xmlns:a16="http://schemas.microsoft.com/office/drawing/2014/main" id="{177BD93A-7CA1-6FB3-4AE6-AA212E17FC77}"/>
              </a:ext>
            </a:extLst>
          </p:cNvPr>
          <p:cNvSpPr>
            <a:spLocks noGrp="1"/>
          </p:cNvSpPr>
          <p:nvPr>
            <p:ph type="body" sz="quarter" idx="14"/>
          </p:nvPr>
        </p:nvSpPr>
        <p:spPr>
          <a:xfrm>
            <a:off x="6172200" y="2486025"/>
            <a:ext cx="5181600" cy="3657600"/>
          </a:xfrm>
        </p:spPr>
        <p:txBody>
          <a:bodyPr vert="horz" lIns="91440" tIns="45720" rIns="91440" bIns="45720" rtlCol="0" anchor="t">
            <a:normAutofit/>
          </a:bodyPr>
          <a:lstStyle/>
          <a:p>
            <a:endParaRPr lang="en-US" sz="1600" b="1"/>
          </a:p>
          <a:p>
            <a:endParaRPr lang="en-US"/>
          </a:p>
          <a:p>
            <a:endParaRPr lang="en-US"/>
          </a:p>
        </p:txBody>
      </p:sp>
      <p:sp>
        <p:nvSpPr>
          <p:cNvPr id="7" name="Content Placeholder 3">
            <a:extLst>
              <a:ext uri="{FF2B5EF4-FFF2-40B4-BE49-F238E27FC236}">
                <a16:creationId xmlns:a16="http://schemas.microsoft.com/office/drawing/2014/main" id="{3F4F72DA-285A-AAB9-2BAA-9030C2E44465}"/>
              </a:ext>
            </a:extLst>
          </p:cNvPr>
          <p:cNvSpPr txBox="1">
            <a:spLocks/>
          </p:cNvSpPr>
          <p:nvPr/>
        </p:nvSpPr>
        <p:spPr>
          <a:xfrm>
            <a:off x="6091986" y="1315695"/>
            <a:ext cx="4512601" cy="4983480"/>
          </a:xfrm>
          <a:prstGeom prst="rect">
            <a:avLst/>
          </a:prstGeom>
        </p:spPr>
        <p:txBody>
          <a:bodyPr vert="horz" lIns="91440" tIns="45720" rIns="91440" bIns="45720" rtlCol="0" anchor="t">
            <a:normAutofit fontScale="92500"/>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atin typeface="Century Gothic"/>
                <a:cs typeface="Times New Roman"/>
              </a:rPr>
              <a:t>Aggregating sales by store and month revealed the top ten performing stores and the bottom ten performing stores. </a:t>
            </a:r>
          </a:p>
          <a:p>
            <a:pPr marL="285750" indent="-285750">
              <a:buFont typeface="Arial" panose="020B0604020202020204" pitchFamily="34" charset="0"/>
              <a:buChar char="•"/>
            </a:pPr>
            <a:r>
              <a:rPr lang="en-US">
                <a:latin typeface="Century Gothic"/>
                <a:cs typeface="Times New Roman"/>
              </a:rPr>
              <a:t>With the US being the highest performing country, you’d expect them to have more of the highest performing stores, however only one store on the list is in the United States. </a:t>
            </a:r>
          </a:p>
          <a:p>
            <a:pPr marL="285750" indent="-285750">
              <a:buFont typeface="Arial" panose="020B0604020202020204" pitchFamily="34" charset="0"/>
              <a:buChar char="•"/>
            </a:pPr>
            <a:r>
              <a:rPr lang="en-US">
                <a:latin typeface="Century Gothic"/>
                <a:cs typeface="Times New Roman"/>
              </a:rPr>
              <a:t>However, four of the lowest performing stores are in the United States. </a:t>
            </a:r>
          </a:p>
          <a:p>
            <a:pPr marL="285750" indent="-285750">
              <a:buFont typeface="Arial" panose="020B0604020202020204" pitchFamily="34" charset="0"/>
              <a:buChar char="•"/>
            </a:pPr>
            <a:r>
              <a:rPr lang="en-US">
                <a:cs typeface="Times New Roman"/>
              </a:rPr>
              <a:t>'Apple Central World' consistently generates high revenue throughout the year.</a:t>
            </a:r>
          </a:p>
          <a:p>
            <a:pPr marL="285750" indent="-285750">
              <a:buFont typeface="Arial" panose="020B0604020202020204" pitchFamily="34" charset="0"/>
              <a:buChar char="•"/>
            </a:pPr>
            <a:endParaRPr lang="en-US"/>
          </a:p>
        </p:txBody>
      </p:sp>
      <p:pic>
        <p:nvPicPr>
          <p:cNvPr id="8" name="Picture 7">
            <a:extLst>
              <a:ext uri="{FF2B5EF4-FFF2-40B4-BE49-F238E27FC236}">
                <a16:creationId xmlns:a16="http://schemas.microsoft.com/office/drawing/2014/main" id="{536FED8A-EE4C-08C9-50C9-4DEBEA6A6838}"/>
              </a:ext>
            </a:extLst>
          </p:cNvPr>
          <p:cNvPicPr>
            <a:picLocks noChangeAspect="1"/>
          </p:cNvPicPr>
          <p:nvPr/>
        </p:nvPicPr>
        <p:blipFill>
          <a:blip r:embed="rId2"/>
          <a:stretch>
            <a:fillRect/>
          </a:stretch>
        </p:blipFill>
        <p:spPr>
          <a:xfrm>
            <a:off x="314092" y="4069382"/>
            <a:ext cx="5607206" cy="2296919"/>
          </a:xfrm>
          <a:prstGeom prst="rect">
            <a:avLst/>
          </a:prstGeom>
        </p:spPr>
      </p:pic>
      <p:pic>
        <p:nvPicPr>
          <p:cNvPr id="9" name="Picture 8" descr="A table with numbers and a number on it&#10;&#10;AI-generated content may be incorrect.">
            <a:extLst>
              <a:ext uri="{FF2B5EF4-FFF2-40B4-BE49-F238E27FC236}">
                <a16:creationId xmlns:a16="http://schemas.microsoft.com/office/drawing/2014/main" id="{C7C1226E-B529-B1D3-E47B-21E4CF67DF62}"/>
              </a:ext>
            </a:extLst>
          </p:cNvPr>
          <p:cNvPicPr>
            <a:picLocks noChangeAspect="1"/>
          </p:cNvPicPr>
          <p:nvPr/>
        </p:nvPicPr>
        <p:blipFill>
          <a:blip r:embed="rId3"/>
          <a:stretch>
            <a:fillRect/>
          </a:stretch>
        </p:blipFill>
        <p:spPr>
          <a:xfrm>
            <a:off x="313861" y="1318516"/>
            <a:ext cx="5607670" cy="2613335"/>
          </a:xfrm>
          <a:prstGeom prst="rect">
            <a:avLst/>
          </a:prstGeom>
        </p:spPr>
      </p:pic>
    </p:spTree>
    <p:extLst>
      <p:ext uri="{BB962C8B-B14F-4D97-AF65-F5344CB8AC3E}">
        <p14:creationId xmlns:p14="http://schemas.microsoft.com/office/powerpoint/2010/main" val="260544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DD11C-343D-C179-CA7C-48623FBF8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475E9-5BFC-E765-90C4-40E7D9F467E5}"/>
              </a:ext>
            </a:extLst>
          </p:cNvPr>
          <p:cNvSpPr>
            <a:spLocks noGrp="1"/>
          </p:cNvSpPr>
          <p:nvPr>
            <p:ph type="title"/>
          </p:nvPr>
        </p:nvSpPr>
        <p:spPr>
          <a:xfrm>
            <a:off x="548640" y="548640"/>
            <a:ext cx="10741152" cy="1188720"/>
          </a:xfrm>
        </p:spPr>
        <p:txBody>
          <a:bodyPr/>
          <a:lstStyle/>
          <a:p>
            <a:r>
              <a:rPr lang="en-US"/>
              <a:t>Exploratory Data Analysis:</a:t>
            </a:r>
            <a:br>
              <a:rPr lang="en-US"/>
            </a:br>
            <a:r>
              <a:rPr lang="en-US"/>
              <a:t>	</a:t>
            </a:r>
          </a:p>
        </p:txBody>
      </p:sp>
      <p:sp>
        <p:nvSpPr>
          <p:cNvPr id="4" name="Text Placeholder 3">
            <a:extLst>
              <a:ext uri="{FF2B5EF4-FFF2-40B4-BE49-F238E27FC236}">
                <a16:creationId xmlns:a16="http://schemas.microsoft.com/office/drawing/2014/main" id="{A3E3D76E-F59E-366C-82F2-F0BCF00C7C1E}"/>
              </a:ext>
            </a:extLst>
          </p:cNvPr>
          <p:cNvSpPr>
            <a:spLocks noGrp="1"/>
          </p:cNvSpPr>
          <p:nvPr>
            <p:ph type="body" sz="quarter" idx="14"/>
          </p:nvPr>
        </p:nvSpPr>
        <p:spPr>
          <a:xfrm>
            <a:off x="6172200" y="2486025"/>
            <a:ext cx="5181600" cy="3657600"/>
          </a:xfrm>
        </p:spPr>
        <p:txBody>
          <a:bodyPr vert="horz" lIns="91440" tIns="45720" rIns="91440" bIns="45720" rtlCol="0" anchor="t">
            <a:normAutofit/>
          </a:bodyPr>
          <a:lstStyle/>
          <a:p>
            <a:endParaRPr lang="en-US" sz="1600" b="1"/>
          </a:p>
          <a:p>
            <a:endParaRPr lang="en-US"/>
          </a:p>
          <a:p>
            <a:endParaRPr lang="en-US"/>
          </a:p>
        </p:txBody>
      </p:sp>
      <p:pic>
        <p:nvPicPr>
          <p:cNvPr id="5" name="Picture 4" descr="A chart with numbers and a number on it&#10;&#10;AI-generated content may be incorrect.">
            <a:extLst>
              <a:ext uri="{FF2B5EF4-FFF2-40B4-BE49-F238E27FC236}">
                <a16:creationId xmlns:a16="http://schemas.microsoft.com/office/drawing/2014/main" id="{81F47F86-9EE2-FF35-4B84-6E71DBE4DFCB}"/>
              </a:ext>
            </a:extLst>
          </p:cNvPr>
          <p:cNvPicPr>
            <a:picLocks noChangeAspect="1"/>
          </p:cNvPicPr>
          <p:nvPr/>
        </p:nvPicPr>
        <p:blipFill>
          <a:blip r:embed="rId2"/>
          <a:stretch>
            <a:fillRect/>
          </a:stretch>
        </p:blipFill>
        <p:spPr>
          <a:xfrm>
            <a:off x="308866" y="1716707"/>
            <a:ext cx="5468976" cy="3192268"/>
          </a:xfrm>
          <a:prstGeom prst="rect">
            <a:avLst/>
          </a:prstGeom>
        </p:spPr>
      </p:pic>
      <p:sp>
        <p:nvSpPr>
          <p:cNvPr id="7" name="Content Placeholder 3">
            <a:extLst>
              <a:ext uri="{FF2B5EF4-FFF2-40B4-BE49-F238E27FC236}">
                <a16:creationId xmlns:a16="http://schemas.microsoft.com/office/drawing/2014/main" id="{61EF96CC-12D2-AC56-695A-A4CB52F75D33}"/>
              </a:ext>
            </a:extLst>
          </p:cNvPr>
          <p:cNvSpPr txBox="1">
            <a:spLocks/>
          </p:cNvSpPr>
          <p:nvPr/>
        </p:nvSpPr>
        <p:spPr>
          <a:xfrm>
            <a:off x="6091986" y="1315695"/>
            <a:ext cx="4512601" cy="4983480"/>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atin typeface="Century Gothic"/>
                <a:cs typeface="Times New Roman"/>
              </a:rPr>
              <a:t>United States has the highest selling country throughout the entire list by a big margin.</a:t>
            </a:r>
          </a:p>
          <a:p>
            <a:pPr marL="285750" indent="-285750">
              <a:buFont typeface="Arial" panose="020B0604020202020204" pitchFamily="34" charset="0"/>
              <a:buChar char="•"/>
            </a:pPr>
            <a:r>
              <a:rPr lang="en-US"/>
              <a:t>Australia has the 2nd highest selling country due to high disposable income, strong iMessage network effects, and excellent customer loyalty. </a:t>
            </a:r>
          </a:p>
          <a:p>
            <a:pPr marL="285750" indent="-285750">
              <a:buFont typeface="Arial" panose="020B0604020202020204" pitchFamily="34" charset="0"/>
              <a:buChar char="•"/>
            </a:pPr>
            <a:r>
              <a:rPr lang="en-US">
                <a:latin typeface="Century Gothic"/>
                <a:cs typeface="Times New Roman"/>
              </a:rPr>
              <a:t>China is the 3rd highest selling country on the list, but it's heavily relied on because of its manufacturing and supply chains.  </a:t>
            </a:r>
          </a:p>
          <a:p>
            <a:endParaRPr lang="en-US"/>
          </a:p>
        </p:txBody>
      </p:sp>
    </p:spTree>
    <p:extLst>
      <p:ext uri="{BB962C8B-B14F-4D97-AF65-F5344CB8AC3E}">
        <p14:creationId xmlns:p14="http://schemas.microsoft.com/office/powerpoint/2010/main" val="1581090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FB979-C1EF-9ED4-0658-3FF4A74387F0}"/>
              </a:ext>
            </a:extLst>
          </p:cNvPr>
          <p:cNvSpPr>
            <a:spLocks noGrp="1"/>
          </p:cNvSpPr>
          <p:nvPr>
            <p:ph type="title"/>
          </p:nvPr>
        </p:nvSpPr>
        <p:spPr/>
        <p:txBody>
          <a:bodyPr/>
          <a:lstStyle/>
          <a:p>
            <a:r>
              <a:rPr lang="en-US"/>
              <a:t>Exploratory Data Analysis:</a:t>
            </a:r>
          </a:p>
        </p:txBody>
      </p:sp>
      <p:pic>
        <p:nvPicPr>
          <p:cNvPr id="4" name="Picture 3" descr="A chart of blue squares with white text&#10;&#10;AI-generated content may be incorrect.">
            <a:extLst>
              <a:ext uri="{FF2B5EF4-FFF2-40B4-BE49-F238E27FC236}">
                <a16:creationId xmlns:a16="http://schemas.microsoft.com/office/drawing/2014/main" id="{FC59FDF7-6B7E-1AEE-C23E-3C1A8044FB7F}"/>
              </a:ext>
            </a:extLst>
          </p:cNvPr>
          <p:cNvPicPr>
            <a:picLocks noChangeAspect="1"/>
          </p:cNvPicPr>
          <p:nvPr/>
        </p:nvPicPr>
        <p:blipFill>
          <a:blip r:embed="rId2"/>
          <a:stretch>
            <a:fillRect/>
          </a:stretch>
        </p:blipFill>
        <p:spPr>
          <a:xfrm>
            <a:off x="315021" y="1837512"/>
            <a:ext cx="5670396" cy="3563976"/>
          </a:xfrm>
          <a:prstGeom prst="rect">
            <a:avLst/>
          </a:prstGeom>
        </p:spPr>
      </p:pic>
      <p:sp>
        <p:nvSpPr>
          <p:cNvPr id="6" name="Content Placeholder 3">
            <a:extLst>
              <a:ext uri="{FF2B5EF4-FFF2-40B4-BE49-F238E27FC236}">
                <a16:creationId xmlns:a16="http://schemas.microsoft.com/office/drawing/2014/main" id="{148CD1AD-240F-4C10-8561-7EF1AAD9087B}"/>
              </a:ext>
            </a:extLst>
          </p:cNvPr>
          <p:cNvSpPr txBox="1">
            <a:spLocks/>
          </p:cNvSpPr>
          <p:nvPr/>
        </p:nvSpPr>
        <p:spPr>
          <a:xfrm>
            <a:off x="6518706" y="1833855"/>
            <a:ext cx="4512601" cy="4983480"/>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9999"/>
              </a:lnSpc>
              <a:buFont typeface="Arial" panose="020B0604020202020204" pitchFamily="34" charset="0"/>
              <a:buChar char="•"/>
            </a:pPr>
            <a:r>
              <a:rPr lang="en-US">
                <a:solidFill>
                  <a:srgbClr val="000000"/>
                </a:solidFill>
                <a:ea typeface="+mn-lt"/>
                <a:cs typeface="Times New Roman"/>
              </a:rPr>
              <a:t>The analysis focused on sales data from stores located in the United States.</a:t>
            </a:r>
          </a:p>
          <a:p>
            <a:pPr marL="285750" indent="-285750">
              <a:lnSpc>
                <a:spcPct val="109999"/>
              </a:lnSpc>
              <a:buFont typeface="Arial" panose="020B0604020202020204" pitchFamily="34" charset="0"/>
              <a:buChar char="•"/>
            </a:pPr>
            <a:r>
              <a:rPr lang="en-US">
                <a:solidFill>
                  <a:srgbClr val="000000"/>
                </a:solidFill>
                <a:ea typeface="+mn-lt"/>
                <a:cs typeface="Times New Roman"/>
              </a:rPr>
              <a:t>Monthly sales quantities were calculated for each US store.</a:t>
            </a:r>
            <a:endParaRPr lang="en-US"/>
          </a:p>
          <a:p>
            <a:pPr marL="285750" indent="-285750">
              <a:lnSpc>
                <a:spcPct val="109999"/>
              </a:lnSpc>
              <a:buFont typeface="Arial" panose="020B0604020202020204" pitchFamily="34" charset="0"/>
              <a:buChar char="•"/>
            </a:pPr>
            <a:r>
              <a:rPr lang="en-US">
                <a:solidFill>
                  <a:srgbClr val="000000"/>
                </a:solidFill>
                <a:ea typeface="+mn-lt"/>
                <a:cs typeface="Times New Roman"/>
              </a:rPr>
              <a:t>The top 10 best-selling US stores were identified based on total quantity sold.</a:t>
            </a:r>
            <a:endParaRPr lang="en-US"/>
          </a:p>
          <a:p>
            <a:pPr marL="285750" indent="-285750">
              <a:lnSpc>
                <a:spcPct val="109999"/>
              </a:lnSpc>
              <a:buFont typeface="Arial" panose="020B0604020202020204" pitchFamily="34" charset="0"/>
              <a:buChar char="•"/>
            </a:pPr>
            <a:r>
              <a:rPr lang="en-US">
                <a:solidFill>
                  <a:srgbClr val="000000"/>
                </a:solidFill>
                <a:ea typeface="+mn-lt"/>
                <a:cs typeface="Times New Roman"/>
              </a:rPr>
              <a:t>A heatmap was generated visualizing the monthly sales quantity for the top 10 US stores.</a:t>
            </a:r>
            <a:endParaRPr lang="en-US"/>
          </a:p>
          <a:p>
            <a:pPr marL="285750" indent="-285750">
              <a:lnSpc>
                <a:spcPct val="109999"/>
              </a:lnSpc>
              <a:buFont typeface="Arial" panose="020B0604020202020204" pitchFamily="34" charset="0"/>
              <a:buChar char="•"/>
            </a:pPr>
            <a:endParaRPr lang="en-US">
              <a:latin typeface="Century Gothic"/>
              <a:cs typeface="Times New Roman"/>
            </a:endParaRPr>
          </a:p>
        </p:txBody>
      </p:sp>
    </p:spTree>
    <p:extLst>
      <p:ext uri="{BB962C8B-B14F-4D97-AF65-F5344CB8AC3E}">
        <p14:creationId xmlns:p14="http://schemas.microsoft.com/office/powerpoint/2010/main" val="2245189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AB001-2EE1-E780-8D5D-BCD2D26E62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4FD71-E874-83D6-7E52-D1B17C841095}"/>
              </a:ext>
            </a:extLst>
          </p:cNvPr>
          <p:cNvSpPr>
            <a:spLocks noGrp="1"/>
          </p:cNvSpPr>
          <p:nvPr>
            <p:ph type="title"/>
          </p:nvPr>
        </p:nvSpPr>
        <p:spPr/>
        <p:txBody>
          <a:bodyPr/>
          <a:lstStyle/>
          <a:p>
            <a:r>
              <a:rPr lang="en-US"/>
              <a:t>Exploratory Data Analysis:</a:t>
            </a:r>
          </a:p>
        </p:txBody>
      </p:sp>
      <p:sp>
        <p:nvSpPr>
          <p:cNvPr id="6" name="Content Placeholder 3">
            <a:extLst>
              <a:ext uri="{FF2B5EF4-FFF2-40B4-BE49-F238E27FC236}">
                <a16:creationId xmlns:a16="http://schemas.microsoft.com/office/drawing/2014/main" id="{2C429056-BDFC-9DEB-69F0-9488BB1B40A4}"/>
              </a:ext>
            </a:extLst>
          </p:cNvPr>
          <p:cNvSpPr txBox="1">
            <a:spLocks/>
          </p:cNvSpPr>
          <p:nvPr/>
        </p:nvSpPr>
        <p:spPr>
          <a:xfrm>
            <a:off x="6467906" y="1783055"/>
            <a:ext cx="4512601" cy="4983480"/>
          </a:xfrm>
          <a:prstGeom prst="rect">
            <a:avLst/>
          </a:prstGeom>
        </p:spPr>
        <p:txBody>
          <a:bodyPr vert="horz" lIns="91440" tIns="45720" rIns="91440" bIns="45720" rtlCol="0" anchor="t">
            <a:normAutofit fontScale="92500" lnSpcReduction="10000"/>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latin typeface="Century Gothic"/>
                <a:cs typeface="Times New Roman"/>
              </a:rPr>
              <a:t>Key product findings include accessories, laptops, smartphones, and tablets peak in March; Smart speakers in April; Desktops in May; Subscription services in August; Audio products and wearables in October; and streaming devices in December. </a:t>
            </a:r>
            <a:endParaRPr lang="en-US" sz="1200">
              <a:latin typeface="Times New Roman"/>
              <a:cs typeface="Times New Roman"/>
            </a:endParaRPr>
          </a:p>
          <a:p>
            <a:pPr marL="285750" indent="-285750">
              <a:buFont typeface="Arial" panose="020B0604020202020204" pitchFamily="34" charset="0"/>
              <a:buChar char="•"/>
            </a:pPr>
            <a:r>
              <a:rPr lang="en-US">
                <a:latin typeface="Century Gothic"/>
                <a:cs typeface="Times New Roman"/>
              </a:rPr>
              <a:t>Next steps involve investigating factors driving seasonality and developing time-series forecasting models to improve revenue and demand predictions. </a:t>
            </a:r>
            <a:endParaRPr lang="en-US" sz="1200">
              <a:latin typeface="Times New Roman"/>
              <a:cs typeface="Times New Roman"/>
            </a:endParaRPr>
          </a:p>
          <a:p>
            <a:pPr marL="285750" indent="-285750">
              <a:buFont typeface="Arial" panose="020B0604020202020204" pitchFamily="34" charset="0"/>
              <a:buChar char="•"/>
            </a:pPr>
            <a:r>
              <a:rPr lang="en-US">
                <a:latin typeface="Century Gothic"/>
                <a:cs typeface="Times New Roman"/>
              </a:rPr>
              <a:t>Additional visuals that support these claims can be found in our project code. </a:t>
            </a:r>
            <a:endParaRPr lang="en-US" sz="1200">
              <a:latin typeface="Times New Roman"/>
              <a:cs typeface="Times New Roman"/>
            </a:endParaRPr>
          </a:p>
          <a:p>
            <a:pPr marL="285750" indent="-285750">
              <a:buFont typeface="Arial" panose="020B0604020202020204" pitchFamily="34" charset="0"/>
              <a:buChar char="•"/>
            </a:pPr>
            <a:endParaRPr lang="en-US"/>
          </a:p>
        </p:txBody>
      </p:sp>
      <p:pic>
        <p:nvPicPr>
          <p:cNvPr id="5" name="Picture 4">
            <a:extLst>
              <a:ext uri="{FF2B5EF4-FFF2-40B4-BE49-F238E27FC236}">
                <a16:creationId xmlns:a16="http://schemas.microsoft.com/office/drawing/2014/main" id="{57AC224E-1BC2-5441-867E-9A58A1D00AC1}"/>
              </a:ext>
            </a:extLst>
          </p:cNvPr>
          <p:cNvPicPr>
            <a:picLocks noChangeAspect="1"/>
          </p:cNvPicPr>
          <p:nvPr/>
        </p:nvPicPr>
        <p:blipFill>
          <a:blip r:embed="rId2"/>
          <a:stretch>
            <a:fillRect/>
          </a:stretch>
        </p:blipFill>
        <p:spPr>
          <a:xfrm>
            <a:off x="101730" y="1709854"/>
            <a:ext cx="5873955" cy="4051610"/>
          </a:xfrm>
          <a:prstGeom prst="rect">
            <a:avLst/>
          </a:prstGeom>
        </p:spPr>
      </p:pic>
    </p:spTree>
    <p:extLst>
      <p:ext uri="{BB962C8B-B14F-4D97-AF65-F5344CB8AC3E}">
        <p14:creationId xmlns:p14="http://schemas.microsoft.com/office/powerpoint/2010/main" val="4265275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2E8D2-7614-2E7D-F0EA-B57FF03CBA4B}"/>
              </a:ext>
            </a:extLst>
          </p:cNvPr>
          <p:cNvSpPr>
            <a:spLocks noGrp="1"/>
          </p:cNvSpPr>
          <p:nvPr>
            <p:ph type="title"/>
          </p:nvPr>
        </p:nvSpPr>
        <p:spPr/>
        <p:txBody>
          <a:bodyPr/>
          <a:lstStyle/>
          <a:p>
            <a:r>
              <a:rPr lang="en-US"/>
              <a:t>Interesting Findings</a:t>
            </a:r>
          </a:p>
        </p:txBody>
      </p:sp>
      <p:sp>
        <p:nvSpPr>
          <p:cNvPr id="4" name="Content Placeholder 3">
            <a:extLst>
              <a:ext uri="{FF2B5EF4-FFF2-40B4-BE49-F238E27FC236}">
                <a16:creationId xmlns:a16="http://schemas.microsoft.com/office/drawing/2014/main" id="{81DD3B2E-B0CA-3D6A-CDF1-80A1F603ECB5}"/>
              </a:ext>
            </a:extLst>
          </p:cNvPr>
          <p:cNvSpPr>
            <a:spLocks noGrp="1"/>
          </p:cNvSpPr>
          <p:nvPr>
            <p:ph sz="quarter" idx="14"/>
          </p:nvPr>
        </p:nvSpPr>
        <p:spPr/>
        <p:txBody>
          <a:bodyPr/>
          <a:lstStyle/>
          <a:p>
            <a:pPr marL="285750" indent="-285750">
              <a:buFont typeface="Arial" panose="020B0604020202020204" pitchFamily="34" charset="0"/>
              <a:buChar char="•"/>
            </a:pPr>
            <a:r>
              <a:rPr lang="en-US"/>
              <a:t>US has higher sales by year, but only has one top selling store, and four of the worst. </a:t>
            </a:r>
          </a:p>
          <a:p>
            <a:pPr marL="285750" indent="-285750">
              <a:buFont typeface="Arial" panose="020B0604020202020204" pitchFamily="34" charset="0"/>
              <a:buChar char="•"/>
            </a:pPr>
            <a:r>
              <a:rPr lang="en-US"/>
              <a:t>Some plots are show very strong patterns (like highest selling products and most warranty claims)</a:t>
            </a:r>
          </a:p>
          <a:p>
            <a:pPr marL="285750" indent="-285750">
              <a:buFont typeface="Arial" panose="020B0604020202020204" pitchFamily="34" charset="0"/>
              <a:buChar char="•"/>
            </a:pPr>
            <a:r>
              <a:rPr lang="en-US"/>
              <a:t>The uniformity of plots may be due to the dataset being generate using LLM’s, so it is not as noisy as real-world data would be</a:t>
            </a:r>
          </a:p>
        </p:txBody>
      </p:sp>
      <p:pic>
        <p:nvPicPr>
          <p:cNvPr id="8" name="Picture 7" descr="A bar graph with numbers and text&#10;&#10;AI-generated content may be incorrect.">
            <a:extLst>
              <a:ext uri="{FF2B5EF4-FFF2-40B4-BE49-F238E27FC236}">
                <a16:creationId xmlns:a16="http://schemas.microsoft.com/office/drawing/2014/main" id="{839C6CCD-C18D-2E7C-C6CF-8D5FCF2F0B58}"/>
              </a:ext>
            </a:extLst>
          </p:cNvPr>
          <p:cNvPicPr>
            <a:picLocks noChangeAspect="1"/>
          </p:cNvPicPr>
          <p:nvPr/>
        </p:nvPicPr>
        <p:blipFill>
          <a:blip r:embed="rId2"/>
          <a:stretch>
            <a:fillRect/>
          </a:stretch>
        </p:blipFill>
        <p:spPr>
          <a:xfrm>
            <a:off x="799465" y="559753"/>
            <a:ext cx="4832350" cy="2629535"/>
          </a:xfrm>
          <a:prstGeom prst="rect">
            <a:avLst/>
          </a:prstGeom>
        </p:spPr>
      </p:pic>
      <p:pic>
        <p:nvPicPr>
          <p:cNvPr id="11" name="Picture 10" descr="A bar graph with text&#10;&#10;AI-generated content may be incorrect.">
            <a:extLst>
              <a:ext uri="{FF2B5EF4-FFF2-40B4-BE49-F238E27FC236}">
                <a16:creationId xmlns:a16="http://schemas.microsoft.com/office/drawing/2014/main" id="{76007C6E-10B8-1A69-0061-79D603F90C96}"/>
              </a:ext>
            </a:extLst>
          </p:cNvPr>
          <p:cNvPicPr>
            <a:picLocks noChangeAspect="1"/>
          </p:cNvPicPr>
          <p:nvPr/>
        </p:nvPicPr>
        <p:blipFill>
          <a:blip r:embed="rId3"/>
          <a:stretch>
            <a:fillRect/>
          </a:stretch>
        </p:blipFill>
        <p:spPr>
          <a:xfrm>
            <a:off x="819468" y="3475673"/>
            <a:ext cx="4812665" cy="2629535"/>
          </a:xfrm>
          <a:prstGeom prst="rect">
            <a:avLst/>
          </a:prstGeom>
        </p:spPr>
      </p:pic>
    </p:spTree>
    <p:extLst>
      <p:ext uri="{BB962C8B-B14F-4D97-AF65-F5344CB8AC3E}">
        <p14:creationId xmlns:p14="http://schemas.microsoft.com/office/powerpoint/2010/main" val="4118039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B106B-8374-4587-B3CD-A96F208C32B0}"/>
              </a:ext>
            </a:extLst>
          </p:cNvPr>
          <p:cNvSpPr>
            <a:spLocks noGrp="1"/>
          </p:cNvSpPr>
          <p:nvPr>
            <p:ph type="title"/>
          </p:nvPr>
        </p:nvSpPr>
        <p:spPr/>
        <p:txBody>
          <a:bodyPr/>
          <a:lstStyle/>
          <a:p>
            <a:r>
              <a:rPr lang="en-US">
                <a:ea typeface="+mj-lt"/>
                <a:cs typeface="+mj-lt"/>
              </a:rPr>
              <a:t>Methods used for ML Models</a:t>
            </a:r>
            <a:endParaRPr lang="en-US"/>
          </a:p>
        </p:txBody>
      </p:sp>
      <p:sp>
        <p:nvSpPr>
          <p:cNvPr id="3" name="Text Placeholder 2">
            <a:extLst>
              <a:ext uri="{FF2B5EF4-FFF2-40B4-BE49-F238E27FC236}">
                <a16:creationId xmlns:a16="http://schemas.microsoft.com/office/drawing/2014/main" id="{84610C68-6DC5-F959-B719-B214A62E76D6}"/>
              </a:ext>
            </a:extLst>
          </p:cNvPr>
          <p:cNvSpPr>
            <a:spLocks noGrp="1"/>
          </p:cNvSpPr>
          <p:nvPr>
            <p:ph type="body" sz="quarter" idx="13"/>
          </p:nvPr>
        </p:nvSpPr>
        <p:spPr>
          <a:xfrm>
            <a:off x="548640" y="1984001"/>
            <a:ext cx="8864301" cy="687481"/>
          </a:xfrm>
        </p:spPr>
        <p:txBody>
          <a:bodyPr vert="horz" lIns="91440" tIns="45720" rIns="91440" bIns="45720" rtlCol="0" anchor="t">
            <a:normAutofit fontScale="92500" lnSpcReduction="10000"/>
          </a:bodyPr>
          <a:lstStyle/>
          <a:p>
            <a:r>
              <a:rPr lang="en-US"/>
              <a:t>Question: Can future sales and profit be forecasted for the upcoming month at the store or country level?</a:t>
            </a:r>
          </a:p>
          <a:p>
            <a:endParaRPr lang="en-US"/>
          </a:p>
        </p:txBody>
      </p:sp>
      <p:sp>
        <p:nvSpPr>
          <p:cNvPr id="4" name="Text Placeholder 3">
            <a:extLst>
              <a:ext uri="{FF2B5EF4-FFF2-40B4-BE49-F238E27FC236}">
                <a16:creationId xmlns:a16="http://schemas.microsoft.com/office/drawing/2014/main" id="{03B69F51-0B05-478B-BDE3-82ECC3F0C685}"/>
              </a:ext>
            </a:extLst>
          </p:cNvPr>
          <p:cNvSpPr>
            <a:spLocks noGrp="1"/>
          </p:cNvSpPr>
          <p:nvPr>
            <p:ph type="body" sz="quarter" idx="14"/>
          </p:nvPr>
        </p:nvSpPr>
        <p:spPr>
          <a:xfrm>
            <a:off x="548639" y="2716292"/>
            <a:ext cx="10101431" cy="3593068"/>
          </a:xfrm>
        </p:spPr>
        <p:txBody>
          <a:bodyPr vert="horz" lIns="91440" tIns="45720" rIns="91440" bIns="45720" rtlCol="0" anchor="t">
            <a:normAutofit/>
          </a:bodyPr>
          <a:lstStyle/>
          <a:p>
            <a:pPr marL="285750" indent="-285750">
              <a:buFont typeface="Arial"/>
              <a:buChar char="•"/>
            </a:pPr>
            <a:r>
              <a:rPr lang="en-US" b="1">
                <a:ea typeface="+mn-lt"/>
                <a:cs typeface="+mn-lt"/>
              </a:rPr>
              <a:t>Target: </a:t>
            </a:r>
            <a:r>
              <a:rPr lang="en-US">
                <a:ea typeface="+mn-lt"/>
                <a:cs typeface="+mn-lt"/>
              </a:rPr>
              <a:t>Next-month sales by country</a:t>
            </a:r>
            <a:endParaRPr lang="en-US" b="1">
              <a:ea typeface="+mn-lt"/>
              <a:cs typeface="+mn-lt"/>
            </a:endParaRPr>
          </a:p>
          <a:p>
            <a:pPr marL="285750" indent="-285750">
              <a:buFont typeface="Arial"/>
              <a:buChar char="•"/>
            </a:pPr>
            <a:r>
              <a:rPr lang="en-US" b="1">
                <a:ea typeface="+mn-lt"/>
                <a:cs typeface="+mn-lt"/>
              </a:rPr>
              <a:t>Models:</a:t>
            </a:r>
          </a:p>
          <a:p>
            <a:pPr marL="514350" lvl="1" indent="-285750">
              <a:buFont typeface="Arial"/>
              <a:buChar char="•"/>
            </a:pPr>
            <a:r>
              <a:rPr lang="en-US">
                <a:ea typeface="+mn-lt"/>
                <a:cs typeface="+mn-lt"/>
              </a:rPr>
              <a:t>Random Forest Regressor </a:t>
            </a:r>
          </a:p>
          <a:p>
            <a:pPr marL="514350" lvl="1" indent="-285750">
              <a:buFont typeface="Arial"/>
              <a:buChar char="•"/>
            </a:pPr>
            <a:r>
              <a:rPr lang="en-US">
                <a:ea typeface="+mn-lt"/>
                <a:cs typeface="+mn-lt"/>
              </a:rPr>
              <a:t>Linear Regression</a:t>
            </a:r>
            <a:endParaRPr lang="en-US" b="1">
              <a:ea typeface="+mn-lt"/>
              <a:cs typeface="+mn-lt"/>
            </a:endParaRPr>
          </a:p>
          <a:p>
            <a:pPr marL="285750" indent="-285750">
              <a:buFont typeface="Arial"/>
              <a:buChar char="•"/>
            </a:pPr>
            <a:r>
              <a:rPr lang="en-US" b="1">
                <a:ea typeface="+mn-lt"/>
                <a:cs typeface="+mn-lt"/>
              </a:rPr>
              <a:t>Features:</a:t>
            </a:r>
          </a:p>
          <a:p>
            <a:pPr marL="514350" lvl="1" indent="-285750">
              <a:buFont typeface="Arial"/>
              <a:buChar char="•"/>
            </a:pPr>
            <a:r>
              <a:rPr lang="en-US">
                <a:ea typeface="+mn-lt"/>
                <a:cs typeface="+mn-lt"/>
              </a:rPr>
              <a:t>Lagged Sales</a:t>
            </a:r>
          </a:p>
          <a:p>
            <a:pPr marL="514350" lvl="1" indent="-285750">
              <a:buFont typeface="Arial"/>
              <a:buChar char="•"/>
            </a:pPr>
            <a:r>
              <a:rPr lang="en-US">
                <a:ea typeface="+mn-lt"/>
                <a:cs typeface="+mn-lt"/>
              </a:rPr>
              <a:t>Cyclical Month Encoding</a:t>
            </a:r>
            <a:r>
              <a:rPr lang="en-US" b="1">
                <a:ea typeface="+mn-lt"/>
                <a:cs typeface="+mn-lt"/>
              </a:rPr>
              <a:t>	</a:t>
            </a:r>
          </a:p>
          <a:p>
            <a:pPr marL="285750" indent="-285750">
              <a:buFont typeface="Arial"/>
              <a:buChar char="•"/>
            </a:pPr>
            <a:r>
              <a:rPr lang="en-US" b="1">
                <a:ea typeface="+mn-lt"/>
                <a:cs typeface="+mn-lt"/>
              </a:rPr>
              <a:t>Evaluation Metrics</a:t>
            </a:r>
          </a:p>
          <a:p>
            <a:pPr marL="514350" lvl="1" indent="-285750">
              <a:buFont typeface="Arial"/>
              <a:buChar char="•"/>
            </a:pPr>
            <a:r>
              <a:rPr lang="en-US">
                <a:ea typeface="+mn-lt"/>
                <a:cs typeface="+mn-lt"/>
              </a:rPr>
              <a:t>Root Mean Square Error</a:t>
            </a:r>
          </a:p>
        </p:txBody>
      </p:sp>
    </p:spTree>
    <p:extLst>
      <p:ext uri="{BB962C8B-B14F-4D97-AF65-F5344CB8AC3E}">
        <p14:creationId xmlns:p14="http://schemas.microsoft.com/office/powerpoint/2010/main" val="2182273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E8D11-C366-1789-7EA7-DF53035FEBE8}"/>
              </a:ext>
            </a:extLst>
          </p:cNvPr>
          <p:cNvSpPr>
            <a:spLocks noGrp="1"/>
          </p:cNvSpPr>
          <p:nvPr>
            <p:ph type="title"/>
          </p:nvPr>
        </p:nvSpPr>
        <p:spPr>
          <a:xfrm>
            <a:off x="513398" y="124072"/>
            <a:ext cx="5116437" cy="1453896"/>
          </a:xfrm>
        </p:spPr>
        <p:txBody>
          <a:bodyPr/>
          <a:lstStyle/>
          <a:p>
            <a:r>
              <a:rPr lang="en-US"/>
              <a:t>Results Summary</a:t>
            </a:r>
          </a:p>
        </p:txBody>
      </p:sp>
      <p:sp>
        <p:nvSpPr>
          <p:cNvPr id="4" name="Content Placeholder 3">
            <a:extLst>
              <a:ext uri="{FF2B5EF4-FFF2-40B4-BE49-F238E27FC236}">
                <a16:creationId xmlns:a16="http://schemas.microsoft.com/office/drawing/2014/main" id="{57835BFE-FDD6-3A27-901A-7E9EC61FA2A9}"/>
              </a:ext>
            </a:extLst>
          </p:cNvPr>
          <p:cNvSpPr>
            <a:spLocks noGrp="1"/>
          </p:cNvSpPr>
          <p:nvPr>
            <p:ph sz="quarter" idx="14"/>
          </p:nvPr>
        </p:nvSpPr>
        <p:spPr>
          <a:xfrm>
            <a:off x="663902" y="776841"/>
            <a:ext cx="6561138" cy="1602254"/>
          </a:xfrm>
        </p:spPr>
        <p:txBody>
          <a:bodyPr/>
          <a:lstStyle/>
          <a:p>
            <a:r>
              <a:rPr lang="en-US"/>
              <a:t>Random Forest RMSE: 841 units (16.5%)</a:t>
            </a:r>
          </a:p>
          <a:p>
            <a:r>
              <a:rPr lang="en-US"/>
              <a:t>Linear Regression RMSE: 717 units (14.1%)</a:t>
            </a:r>
          </a:p>
          <a:p>
            <a:endParaRPr lang="en-US"/>
          </a:p>
        </p:txBody>
      </p:sp>
      <p:sp>
        <p:nvSpPr>
          <p:cNvPr id="5" name="Picture Placeholder 4">
            <a:extLst>
              <a:ext uri="{FF2B5EF4-FFF2-40B4-BE49-F238E27FC236}">
                <a16:creationId xmlns:a16="http://schemas.microsoft.com/office/drawing/2014/main" id="{FBDF38F6-2001-D297-6D94-10B8307EAADF}"/>
              </a:ext>
            </a:extLst>
          </p:cNvPr>
          <p:cNvSpPr>
            <a:spLocks noGrp="1"/>
          </p:cNvSpPr>
          <p:nvPr>
            <p:ph type="pic" sz="quarter" idx="13"/>
          </p:nvPr>
        </p:nvSpPr>
        <p:spPr>
          <a:xfrm>
            <a:off x="513398" y="1918447"/>
            <a:ext cx="10516864" cy="4533092"/>
          </a:xfrm>
        </p:spPr>
        <p:txBody>
          <a:bodyPr/>
          <a:lstStyle/>
          <a:p>
            <a:endParaRPr lang="en-US"/>
          </a:p>
        </p:txBody>
      </p:sp>
      <p:pic>
        <p:nvPicPr>
          <p:cNvPr id="2054" name="Picture 6">
            <a:extLst>
              <a:ext uri="{FF2B5EF4-FFF2-40B4-BE49-F238E27FC236}">
                <a16:creationId xmlns:a16="http://schemas.microsoft.com/office/drawing/2014/main" id="{FFD0429E-898B-070E-B89D-F309589D96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319" y="2392312"/>
            <a:ext cx="4014167" cy="310092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02491991-4CE3-82E1-1A6F-F94C4996FC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2503" y="2392312"/>
            <a:ext cx="4109580" cy="3100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362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10709-7839-BF34-FB04-954C87FEF384}"/>
              </a:ext>
            </a:extLst>
          </p:cNvPr>
          <p:cNvSpPr>
            <a:spLocks noGrp="1"/>
          </p:cNvSpPr>
          <p:nvPr>
            <p:ph type="title"/>
          </p:nvPr>
        </p:nvSpPr>
        <p:spPr/>
        <p:txBody>
          <a:bodyPr>
            <a:normAutofit/>
          </a:bodyPr>
          <a:lstStyle/>
          <a:p>
            <a:r>
              <a:rPr lang="en-US"/>
              <a:t>Problems Encountered </a:t>
            </a:r>
          </a:p>
        </p:txBody>
      </p:sp>
      <p:sp>
        <p:nvSpPr>
          <p:cNvPr id="3" name="Content Placeholder 2">
            <a:extLst>
              <a:ext uri="{FF2B5EF4-FFF2-40B4-BE49-F238E27FC236}">
                <a16:creationId xmlns:a16="http://schemas.microsoft.com/office/drawing/2014/main" id="{55741C2B-79FB-5943-CFC2-B1BC413520AE}"/>
              </a:ext>
            </a:extLst>
          </p:cNvPr>
          <p:cNvSpPr>
            <a:spLocks noGrp="1"/>
          </p:cNvSpPr>
          <p:nvPr>
            <p:ph idx="1"/>
          </p:nvPr>
        </p:nvSpPr>
        <p:spPr/>
        <p:txBody>
          <a:bodyPr>
            <a:normAutofit/>
          </a:bodyPr>
          <a:lstStyle/>
          <a:p>
            <a:pPr marL="285750" indent="-285750">
              <a:buFont typeface="Arial" panose="020B0604020202020204" pitchFamily="34" charset="0"/>
              <a:buChar char="•"/>
            </a:pPr>
            <a:r>
              <a:rPr lang="en-US" sz="2200"/>
              <a:t>Synthetic data simplifies patterns</a:t>
            </a:r>
          </a:p>
          <a:p>
            <a:pPr marL="285750" indent="-285750">
              <a:buFont typeface="Arial" panose="020B0604020202020204" pitchFamily="34" charset="0"/>
              <a:buChar char="•"/>
            </a:pPr>
            <a:r>
              <a:rPr lang="en-US" sz="2200"/>
              <a:t>Limited real-world variability</a:t>
            </a:r>
          </a:p>
          <a:p>
            <a:pPr marL="285750" indent="-285750">
              <a:buFont typeface="Arial" panose="020B0604020202020204" pitchFamily="34" charset="0"/>
              <a:buChar char="•"/>
            </a:pPr>
            <a:r>
              <a:rPr lang="en-US" sz="2200"/>
              <a:t>Missing operational cost and location data</a:t>
            </a:r>
          </a:p>
          <a:p>
            <a:pPr marL="285750" indent="-285750">
              <a:buFont typeface="Arial" panose="020B0604020202020204" pitchFamily="34" charset="0"/>
              <a:buChar char="•"/>
            </a:pPr>
            <a:r>
              <a:rPr lang="en-US" sz="2200"/>
              <a:t>Some challenges with aggregation and storage </a:t>
            </a:r>
          </a:p>
        </p:txBody>
      </p:sp>
    </p:spTree>
    <p:extLst>
      <p:ext uri="{BB962C8B-B14F-4D97-AF65-F5344CB8AC3E}">
        <p14:creationId xmlns:p14="http://schemas.microsoft.com/office/powerpoint/2010/main" val="1420491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1051B-BE97-906C-1CB0-810A3DF3D614}"/>
              </a:ext>
            </a:extLst>
          </p:cNvPr>
          <p:cNvSpPr>
            <a:spLocks noGrp="1"/>
          </p:cNvSpPr>
          <p:nvPr>
            <p:ph type="title"/>
          </p:nvPr>
        </p:nvSpPr>
        <p:spPr/>
        <p:txBody>
          <a:bodyPr>
            <a:normAutofit fontScale="90000"/>
          </a:bodyPr>
          <a:lstStyle/>
          <a:p>
            <a:r>
              <a:rPr lang="en-US"/>
              <a:t>Overall Goal Achievement and Conclusion</a:t>
            </a:r>
          </a:p>
        </p:txBody>
      </p:sp>
      <p:sp>
        <p:nvSpPr>
          <p:cNvPr id="4" name="Picture Placeholder 3">
            <a:extLst>
              <a:ext uri="{FF2B5EF4-FFF2-40B4-BE49-F238E27FC236}">
                <a16:creationId xmlns:a16="http://schemas.microsoft.com/office/drawing/2014/main" id="{4403D3A2-5D78-71AC-5A6C-547B969960FB}"/>
              </a:ext>
            </a:extLst>
          </p:cNvPr>
          <p:cNvSpPr>
            <a:spLocks noGrp="1"/>
          </p:cNvSpPr>
          <p:nvPr>
            <p:ph type="pic" sz="quarter" idx="13"/>
          </p:nvPr>
        </p:nvSpPr>
        <p:spPr/>
        <p:txBody>
          <a:bodyPr/>
          <a:lstStyle/>
          <a:p>
            <a:endParaRPr lang="en-US"/>
          </a:p>
        </p:txBody>
      </p:sp>
      <p:sp>
        <p:nvSpPr>
          <p:cNvPr id="7" name="TextBox 6">
            <a:extLst>
              <a:ext uri="{FF2B5EF4-FFF2-40B4-BE49-F238E27FC236}">
                <a16:creationId xmlns:a16="http://schemas.microsoft.com/office/drawing/2014/main" id="{EB12CDF7-78B6-2010-4EC3-5C86A3F0B89F}"/>
              </a:ext>
            </a:extLst>
          </p:cNvPr>
          <p:cNvSpPr txBox="1"/>
          <p:nvPr/>
        </p:nvSpPr>
        <p:spPr>
          <a:xfrm>
            <a:off x="412376" y="2174759"/>
            <a:ext cx="6096000" cy="20313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rPr>
              <a:t>Successfully identified seasonality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rPr>
              <a:t>Built reliable forecasting models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rPr>
              <a:t>Generated actionable insights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rPr>
              <a:t>Demonstrated scalable analytics workflow</a:t>
            </a:r>
          </a:p>
        </p:txBody>
      </p:sp>
    </p:spTree>
    <p:extLst>
      <p:ext uri="{BB962C8B-B14F-4D97-AF65-F5344CB8AC3E}">
        <p14:creationId xmlns:p14="http://schemas.microsoft.com/office/powerpoint/2010/main" val="3316978146"/>
      </p:ext>
    </p:extLst>
  </p:cSld>
  <p:clrMapOvr>
    <a:masterClrMapping/>
  </p:clrMapOvr>
</p:sld>
</file>

<file path=ppt/theme/theme1.xml><?xml version="1.0" encoding="utf-8"?>
<a:theme xmlns:a="http://schemas.openxmlformats.org/drawingml/2006/main" name="Sleek Blue">
  <a:themeElements>
    <a:clrScheme name="Sleek Blue 1">
      <a:dk1>
        <a:srgbClr val="000000"/>
      </a:dk1>
      <a:lt1>
        <a:srgbClr val="FFFFFF"/>
      </a:lt1>
      <a:dk2>
        <a:srgbClr val="0E2841"/>
      </a:dk2>
      <a:lt2>
        <a:srgbClr val="E8E8E8"/>
      </a:lt2>
      <a:accent1>
        <a:srgbClr val="3B43D7"/>
      </a:accent1>
      <a:accent2>
        <a:srgbClr val="819CEA"/>
      </a:accent2>
      <a:accent3>
        <a:srgbClr val="D17DEA"/>
      </a:accent3>
      <a:accent4>
        <a:srgbClr val="B0D016"/>
      </a:accent4>
      <a:accent5>
        <a:srgbClr val="E0ED79"/>
      </a:accent5>
      <a:accent6>
        <a:srgbClr val="ED4007"/>
      </a:accent6>
      <a:hlink>
        <a:srgbClr val="467886"/>
      </a:hlink>
      <a:folHlink>
        <a:srgbClr val="96607D"/>
      </a:folHlink>
    </a:clrScheme>
    <a:fontScheme name="Custom 12">
      <a:majorFont>
        <a:latin typeface="Raleway Medium"/>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eek corporate finance presentation _DN" id="{60287103-DA95-433E-9503-856E904EB8F1}" vid="{C056614C-1472-45CA-BDD4-5DE3FC790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D3C292-02F4-47E7-8C9A-CA6D9A93815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C4B9AF2-5B11-48FF-A8A8-964B2D972562}">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7DD590A-8042-4F36-843F-743A8DB1784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Sleek Blue</vt:lpstr>
      <vt:lpstr>Predictive Insights for Apple Sales Data</vt:lpstr>
      <vt:lpstr>Project Overview:</vt:lpstr>
      <vt:lpstr>Predictions, Inferences, and Other Goals</vt:lpstr>
      <vt:lpstr>Exploratory Data Analysis:  </vt:lpstr>
      <vt:lpstr>Exploratory Data Analysis:  </vt:lpstr>
      <vt:lpstr>Exploratory Data Analysis:  </vt:lpstr>
      <vt:lpstr>Exploratory Data Analysis:  </vt:lpstr>
      <vt:lpstr>Exploratory Data Analysis:</vt:lpstr>
      <vt:lpstr>Exploratory Data Analysis:</vt:lpstr>
      <vt:lpstr>Interesting Findings</vt:lpstr>
      <vt:lpstr>Methods used for ML Models</vt:lpstr>
      <vt:lpstr>Results Summary</vt:lpstr>
      <vt:lpstr>Problems Encountered </vt:lpstr>
      <vt:lpstr>Overall Goal Achievement and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2025-11-04T21:56:15Z</dcterms:created>
  <dcterms:modified xsi:type="dcterms:W3CDTF">2026-06-14T16:06:34Z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